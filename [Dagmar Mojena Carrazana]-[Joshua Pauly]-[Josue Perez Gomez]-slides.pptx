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25"/>
  </p:notesMasterIdLst>
  <p:sldIdLst>
    <p:sldId id="256" r:id="rId5"/>
    <p:sldId id="257" r:id="rId6"/>
    <p:sldId id="287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6" r:id="rId16"/>
    <p:sldId id="281" r:id="rId17"/>
    <p:sldId id="282" r:id="rId18"/>
    <p:sldId id="283" r:id="rId19"/>
    <p:sldId id="284" r:id="rId20"/>
    <p:sldId id="285" r:id="rId21"/>
    <p:sldId id="289" r:id="rId22"/>
    <p:sldId id="290" r:id="rId23"/>
    <p:sldId id="288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E415EB-2132-7BF2-CFB3-D57FD2FA6035}" v="464" dt="2025-04-13T02:21:01.698"/>
    <p1510:client id="{95E83498-C9FC-A1A2-03B3-5395E5DA0943}" v="1945" dt="2025-04-13T23:32:29.695"/>
    <p1510:client id="{AA8E2490-C29A-69D5-337C-923961A41E30}" v="2108" dt="2025-04-14T00:55:34.101"/>
    <p1510:client id="{C26B2084-C7FC-489E-BA4F-910C5671DE9F}" v="1248" dt="2025-04-14T00:54:11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y, Joshua Frank" userId="S::jfp5940@psu.edu::e8b3e292-32bf-4d36-bfd3-b7b17a438369" providerId="AD" clId="Web-{95E83498-C9FC-A1A2-03B3-5395E5DA0943}"/>
    <pc:docChg chg="addSld delSld modSld sldOrd">
      <pc:chgData name="Pauly, Joshua Frank" userId="S::jfp5940@psu.edu::e8b3e292-32bf-4d36-bfd3-b7b17a438369" providerId="AD" clId="Web-{95E83498-C9FC-A1A2-03B3-5395E5DA0943}" dt="2025-04-13T23:32:28.539" v="1376" actId="20577"/>
      <pc:docMkLst>
        <pc:docMk/>
      </pc:docMkLst>
      <pc:sldChg chg="modSp">
        <pc:chgData name="Pauly, Joshua Frank" userId="S::jfp5940@psu.edu::e8b3e292-32bf-4d36-bfd3-b7b17a438369" providerId="AD" clId="Web-{95E83498-C9FC-A1A2-03B3-5395E5DA0943}" dt="2025-04-13T22:15:16.964" v="494" actId="20577"/>
        <pc:sldMkLst>
          <pc:docMk/>
          <pc:sldMk cId="109857222" sldId="256"/>
        </pc:sldMkLst>
        <pc:spChg chg="mod">
          <ac:chgData name="Pauly, Joshua Frank" userId="S::jfp5940@psu.edu::e8b3e292-32bf-4d36-bfd3-b7b17a438369" providerId="AD" clId="Web-{95E83498-C9FC-A1A2-03B3-5395E5DA0943}" dt="2025-04-13T22:15:16.964" v="494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addSp delSp modSp mod setBg setClrOvrMap">
        <pc:chgData name="Pauly, Joshua Frank" userId="S::jfp5940@psu.edu::e8b3e292-32bf-4d36-bfd3-b7b17a438369" providerId="AD" clId="Web-{95E83498-C9FC-A1A2-03B3-5395E5DA0943}" dt="2025-04-13T22:19:05.283" v="508" actId="14100"/>
        <pc:sldMkLst>
          <pc:docMk/>
          <pc:sldMk cId="3970635970" sldId="257"/>
        </pc:sldMkLst>
        <pc:spChg chg="mod">
          <ac:chgData name="Pauly, Joshua Frank" userId="S::jfp5940@psu.edu::e8b3e292-32bf-4d36-bfd3-b7b17a438369" providerId="AD" clId="Web-{95E83498-C9FC-A1A2-03B3-5395E5DA0943}" dt="2025-04-13T22:18:55.532" v="506" actId="1076"/>
          <ac:spMkLst>
            <pc:docMk/>
            <pc:sldMk cId="3970635970" sldId="257"/>
            <ac:spMk id="2" creationId="{501A9043-5C7C-D176-A429-4F07FE441C3E}"/>
          </ac:spMkLst>
        </pc:spChg>
        <pc:spChg chg="mod">
          <ac:chgData name="Pauly, Joshua Frank" userId="S::jfp5940@psu.edu::e8b3e292-32bf-4d36-bfd3-b7b17a438369" providerId="AD" clId="Web-{95E83498-C9FC-A1A2-03B3-5395E5DA0943}" dt="2025-04-13T22:19:05.283" v="508" actId="14100"/>
          <ac:spMkLst>
            <pc:docMk/>
            <pc:sldMk cId="3970635970" sldId="257"/>
            <ac:spMk id="3" creationId="{0645C3E4-2472-DEC1-E06F-E4A02A7990D5}"/>
          </ac:spMkLst>
        </pc:spChg>
        <pc:spChg chg="add">
          <ac:chgData name="Pauly, Joshua Frank" userId="S::jfp5940@psu.edu::e8b3e292-32bf-4d36-bfd3-b7b17a438369" providerId="AD" clId="Web-{95E83498-C9FC-A1A2-03B3-5395E5DA0943}" dt="2025-04-13T22:18:46.236" v="504"/>
          <ac:spMkLst>
            <pc:docMk/>
            <pc:sldMk cId="3970635970" sldId="257"/>
            <ac:spMk id="5" creationId="{AD2D45C7-2E37-44FD-AC77-116CD14B9ED9}"/>
          </ac:spMkLst>
        </pc:spChg>
        <pc:spChg chg="add">
          <ac:chgData name="Pauly, Joshua Frank" userId="S::jfp5940@psu.edu::e8b3e292-32bf-4d36-bfd3-b7b17a438369" providerId="AD" clId="Web-{95E83498-C9FC-A1A2-03B3-5395E5DA0943}" dt="2025-04-13T22:18:46.236" v="504"/>
          <ac:spMkLst>
            <pc:docMk/>
            <pc:sldMk cId="3970635970" sldId="257"/>
            <ac:spMk id="6" creationId="{1FF88480-2CF1-4C54-8CE3-2CA9CD9FF896}"/>
          </ac:spMkLst>
        </pc:spChg>
        <pc:spChg chg="add del">
          <ac:chgData name="Pauly, Joshua Frank" userId="S::jfp5940@psu.edu::e8b3e292-32bf-4d36-bfd3-b7b17a438369" providerId="AD" clId="Web-{95E83498-C9FC-A1A2-03B3-5395E5DA0943}" dt="2025-04-13T18:22:49.632" v="199"/>
          <ac:spMkLst>
            <pc:docMk/>
            <pc:sldMk cId="3970635970" sldId="257"/>
            <ac:spMk id="8" creationId="{AD2D45C7-2E37-44FD-AC77-116CD14B9ED9}"/>
          </ac:spMkLst>
        </pc:spChg>
        <pc:spChg chg="add del">
          <ac:chgData name="Pauly, Joshua Frank" userId="S::jfp5940@psu.edu::e8b3e292-32bf-4d36-bfd3-b7b17a438369" providerId="AD" clId="Web-{95E83498-C9FC-A1A2-03B3-5395E5DA0943}" dt="2025-04-13T18:22:49.632" v="199"/>
          <ac:spMkLst>
            <pc:docMk/>
            <pc:sldMk cId="3970635970" sldId="257"/>
            <ac:spMk id="10" creationId="{1FF88480-2CF1-4C54-8CE3-2CA9CD9FF896}"/>
          </ac:spMkLst>
        </pc:spChg>
      </pc:sldChg>
      <pc:sldChg chg="addSp delSp modSp del mod setBg setClrOvrMap">
        <pc:chgData name="Pauly, Joshua Frank" userId="S::jfp5940@psu.edu::e8b3e292-32bf-4d36-bfd3-b7b17a438369" providerId="AD" clId="Web-{95E83498-C9FC-A1A2-03B3-5395E5DA0943}" dt="2025-04-13T22:50:10.066" v="1007"/>
        <pc:sldMkLst>
          <pc:docMk/>
          <pc:sldMk cId="1580230693" sldId="258"/>
        </pc:sldMkLst>
        <pc:spChg chg="mod">
          <ac:chgData name="Pauly, Joshua Frank" userId="S::jfp5940@psu.edu::e8b3e292-32bf-4d36-bfd3-b7b17a438369" providerId="AD" clId="Web-{95E83498-C9FC-A1A2-03B3-5395E5DA0943}" dt="2025-04-13T18:22:47.085" v="198"/>
          <ac:spMkLst>
            <pc:docMk/>
            <pc:sldMk cId="1580230693" sldId="258"/>
            <ac:spMk id="2" creationId="{9D9DF32C-915C-01D6-5395-67625E279EB4}"/>
          </ac:spMkLst>
        </pc:spChg>
        <pc:spChg chg="mod">
          <ac:chgData name="Pauly, Joshua Frank" userId="S::jfp5940@psu.edu::e8b3e292-32bf-4d36-bfd3-b7b17a438369" providerId="AD" clId="Web-{95E83498-C9FC-A1A2-03B3-5395E5DA0943}" dt="2025-04-13T18:22:47.085" v="198"/>
          <ac:spMkLst>
            <pc:docMk/>
            <pc:sldMk cId="1580230693" sldId="258"/>
            <ac:spMk id="3" creationId="{539518B6-FB80-DED0-C234-53A7B7339247}"/>
          </ac:spMkLst>
        </pc:spChg>
        <pc:spChg chg="add del">
          <ac:chgData name="Pauly, Joshua Frank" userId="S::jfp5940@psu.edu::e8b3e292-32bf-4d36-bfd3-b7b17a438369" providerId="AD" clId="Web-{95E83498-C9FC-A1A2-03B3-5395E5DA0943}" dt="2025-04-13T18:22:47.085" v="198"/>
          <ac:spMkLst>
            <pc:docMk/>
            <pc:sldMk cId="1580230693" sldId="258"/>
            <ac:spMk id="8" creationId="{AD2D45C7-2E37-44FD-AC77-116CD14B9ED9}"/>
          </ac:spMkLst>
        </pc:spChg>
        <pc:spChg chg="add del">
          <ac:chgData name="Pauly, Joshua Frank" userId="S::jfp5940@psu.edu::e8b3e292-32bf-4d36-bfd3-b7b17a438369" providerId="AD" clId="Web-{95E83498-C9FC-A1A2-03B3-5395E5DA0943}" dt="2025-04-13T18:22:47.085" v="198"/>
          <ac:spMkLst>
            <pc:docMk/>
            <pc:sldMk cId="1580230693" sldId="258"/>
            <ac:spMk id="10" creationId="{1FF88480-2CF1-4C54-8CE3-2CA9CD9FF896}"/>
          </ac:spMkLst>
        </pc:spChg>
      </pc:sldChg>
      <pc:sldChg chg="del">
        <pc:chgData name="Pauly, Joshua Frank" userId="S::jfp5940@psu.edu::e8b3e292-32bf-4d36-bfd3-b7b17a438369" providerId="AD" clId="Web-{95E83498-C9FC-A1A2-03B3-5395E5DA0943}" dt="2025-04-13T22:23:08.023" v="565"/>
        <pc:sldMkLst>
          <pc:docMk/>
          <pc:sldMk cId="3882356386" sldId="259"/>
        </pc:sldMkLst>
      </pc:sldChg>
      <pc:sldChg chg="delSp modSp del">
        <pc:chgData name="Pauly, Joshua Frank" userId="S::jfp5940@psu.edu::e8b3e292-32bf-4d36-bfd3-b7b17a438369" providerId="AD" clId="Web-{95E83498-C9FC-A1A2-03B3-5395E5DA0943}" dt="2025-04-13T22:20:27.097" v="530"/>
        <pc:sldMkLst>
          <pc:docMk/>
          <pc:sldMk cId="4132201374" sldId="260"/>
        </pc:sldMkLst>
        <pc:spChg chg="del mod">
          <ac:chgData name="Pauly, Joshua Frank" userId="S::jfp5940@psu.edu::e8b3e292-32bf-4d36-bfd3-b7b17a438369" providerId="AD" clId="Web-{95E83498-C9FC-A1A2-03B3-5395E5DA0943}" dt="2025-04-13T22:20:04.737" v="524"/>
          <ac:spMkLst>
            <pc:docMk/>
            <pc:sldMk cId="4132201374" sldId="260"/>
            <ac:spMk id="7" creationId="{A62EEA76-5F38-64DB-1D55-68D4343D8636}"/>
          </ac:spMkLst>
        </pc:spChg>
      </pc:sldChg>
      <pc:sldChg chg="delSp modSp del">
        <pc:chgData name="Pauly, Joshua Frank" userId="S::jfp5940@psu.edu::e8b3e292-32bf-4d36-bfd3-b7b17a438369" providerId="AD" clId="Web-{95E83498-C9FC-A1A2-03B3-5395E5DA0943}" dt="2025-04-13T22:22:18.600" v="555"/>
        <pc:sldMkLst>
          <pc:docMk/>
          <pc:sldMk cId="3585980975" sldId="261"/>
        </pc:sldMkLst>
        <pc:spChg chg="mod">
          <ac:chgData name="Pauly, Joshua Frank" userId="S::jfp5940@psu.edu::e8b3e292-32bf-4d36-bfd3-b7b17a438369" providerId="AD" clId="Web-{95E83498-C9FC-A1A2-03B3-5395E5DA0943}" dt="2025-04-13T22:17:22.561" v="503" actId="14100"/>
          <ac:spMkLst>
            <pc:docMk/>
            <pc:sldMk cId="3585980975" sldId="261"/>
            <ac:spMk id="2" creationId="{5F1A7CE5-E7A4-B35C-B9B9-75B3A5B87FB3}"/>
          </ac:spMkLst>
        </pc:spChg>
        <pc:spChg chg="mod">
          <ac:chgData name="Pauly, Joshua Frank" userId="S::jfp5940@psu.edu::e8b3e292-32bf-4d36-bfd3-b7b17a438369" providerId="AD" clId="Web-{95E83498-C9FC-A1A2-03B3-5395E5DA0943}" dt="2025-04-13T22:17:17.999" v="502" actId="20577"/>
          <ac:spMkLst>
            <pc:docMk/>
            <pc:sldMk cId="3585980975" sldId="261"/>
            <ac:spMk id="3" creationId="{93F75D89-7E14-A28B-827C-5CD567B8C905}"/>
          </ac:spMkLst>
        </pc:spChg>
        <pc:picChg chg="del">
          <ac:chgData name="Pauly, Joshua Frank" userId="S::jfp5940@psu.edu::e8b3e292-32bf-4d36-bfd3-b7b17a438369" providerId="AD" clId="Web-{95E83498-C9FC-A1A2-03B3-5395E5DA0943}" dt="2025-04-13T22:22:05.787" v="550"/>
          <ac:picMkLst>
            <pc:docMk/>
            <pc:sldMk cId="3585980975" sldId="261"/>
            <ac:picMk id="5" creationId="{32948A77-C462-C43A-1F44-5033B3798EFE}"/>
          </ac:picMkLst>
        </pc:picChg>
      </pc:sldChg>
      <pc:sldChg chg="addSp delSp modSp del">
        <pc:chgData name="Pauly, Joshua Frank" userId="S::jfp5940@psu.edu::e8b3e292-32bf-4d36-bfd3-b7b17a438369" providerId="AD" clId="Web-{95E83498-C9FC-A1A2-03B3-5395E5DA0943}" dt="2025-04-13T22:23:51.243" v="578"/>
        <pc:sldMkLst>
          <pc:docMk/>
          <pc:sldMk cId="1558540105" sldId="262"/>
        </pc:sldMkLst>
        <pc:spChg chg="mod">
          <ac:chgData name="Pauly, Joshua Frank" userId="S::jfp5940@psu.edu::e8b3e292-32bf-4d36-bfd3-b7b17a438369" providerId="AD" clId="Web-{95E83498-C9FC-A1A2-03B3-5395E5DA0943}" dt="2025-04-13T00:10:29.251" v="4" actId="20577"/>
          <ac:spMkLst>
            <pc:docMk/>
            <pc:sldMk cId="1558540105" sldId="262"/>
            <ac:spMk id="2" creationId="{C92F7FA3-EF16-1007-931A-FE5AD9919E9F}"/>
          </ac:spMkLst>
        </pc:spChg>
        <pc:spChg chg="del">
          <ac:chgData name="Pauly, Joshua Frank" userId="S::jfp5940@psu.edu::e8b3e292-32bf-4d36-bfd3-b7b17a438369" providerId="AD" clId="Web-{95E83498-C9FC-A1A2-03B3-5395E5DA0943}" dt="2025-04-13T18:15:11.069" v="93"/>
          <ac:spMkLst>
            <pc:docMk/>
            <pc:sldMk cId="1558540105" sldId="262"/>
            <ac:spMk id="3" creationId="{241BA66F-57F9-CD0E-ED34-D184A03D2354}"/>
          </ac:spMkLst>
        </pc:spChg>
        <pc:spChg chg="add mod">
          <ac:chgData name="Pauly, Joshua Frank" userId="S::jfp5940@psu.edu::e8b3e292-32bf-4d36-bfd3-b7b17a438369" providerId="AD" clId="Web-{95E83498-C9FC-A1A2-03B3-5395E5DA0943}" dt="2025-04-13T22:23:36.634" v="574"/>
          <ac:spMkLst>
            <pc:docMk/>
            <pc:sldMk cId="1558540105" sldId="262"/>
            <ac:spMk id="4" creationId="{3CDCAD21-48AF-20C8-FE42-B16DCCB8F92F}"/>
          </ac:spMkLst>
        </pc:spChg>
        <pc:spChg chg="add del mod">
          <ac:chgData name="Pauly, Joshua Frank" userId="S::jfp5940@psu.edu::e8b3e292-32bf-4d36-bfd3-b7b17a438369" providerId="AD" clId="Web-{95E83498-C9FC-A1A2-03B3-5395E5DA0943}" dt="2025-04-13T18:15:31.117" v="94"/>
          <ac:spMkLst>
            <pc:docMk/>
            <pc:sldMk cId="1558540105" sldId="262"/>
            <ac:spMk id="5" creationId="{476EB0E8-BEA8-6777-C798-1BA21F2C7061}"/>
          </ac:spMkLst>
        </pc:spChg>
        <pc:picChg chg="add del mod ord">
          <ac:chgData name="Pauly, Joshua Frank" userId="S::jfp5940@psu.edu::e8b3e292-32bf-4d36-bfd3-b7b17a438369" providerId="AD" clId="Web-{95E83498-C9FC-A1A2-03B3-5395E5DA0943}" dt="2025-04-13T22:23:36.634" v="574"/>
          <ac:picMkLst>
            <pc:docMk/>
            <pc:sldMk cId="1558540105" sldId="262"/>
            <ac:picMk id="6" creationId="{6CEB4B26-B1AC-11D6-4C7B-EC7C3EA150EA}"/>
          </ac:picMkLst>
        </pc:picChg>
      </pc:sldChg>
      <pc:sldChg chg="modSp add del">
        <pc:chgData name="Pauly, Joshua Frank" userId="S::jfp5940@psu.edu::e8b3e292-32bf-4d36-bfd3-b7b17a438369" providerId="AD" clId="Web-{95E83498-C9FC-A1A2-03B3-5395E5DA0943}" dt="2025-04-13T22:38:14.344" v="994"/>
        <pc:sldMkLst>
          <pc:docMk/>
          <pc:sldMk cId="281776585" sldId="263"/>
        </pc:sldMkLst>
        <pc:spChg chg="mod">
          <ac:chgData name="Pauly, Joshua Frank" userId="S::jfp5940@psu.edu::e8b3e292-32bf-4d36-bfd3-b7b17a438369" providerId="AD" clId="Web-{95E83498-C9FC-A1A2-03B3-5395E5DA0943}" dt="2025-04-13T22:34:59.167" v="888" actId="14100"/>
          <ac:spMkLst>
            <pc:docMk/>
            <pc:sldMk cId="281776585" sldId="263"/>
            <ac:spMk id="3" creationId="{47B49FB8-CDE5-2374-77D4-BDBC0D1D3F20}"/>
          </ac:spMkLst>
        </pc:spChg>
      </pc:sldChg>
      <pc:sldChg chg="modSp del">
        <pc:chgData name="Pauly, Joshua Frank" userId="S::jfp5940@psu.edu::e8b3e292-32bf-4d36-bfd3-b7b17a438369" providerId="AD" clId="Web-{95E83498-C9FC-A1A2-03B3-5395E5DA0943}" dt="2025-04-13T22:30:09.081" v="693"/>
        <pc:sldMkLst>
          <pc:docMk/>
          <pc:sldMk cId="576656499" sldId="264"/>
        </pc:sldMkLst>
        <pc:spChg chg="mod">
          <ac:chgData name="Pauly, Joshua Frank" userId="S::jfp5940@psu.edu::e8b3e292-32bf-4d36-bfd3-b7b17a438369" providerId="AD" clId="Web-{95E83498-C9FC-A1A2-03B3-5395E5DA0943}" dt="2025-04-13T00:12:53.098" v="49" actId="20577"/>
          <ac:spMkLst>
            <pc:docMk/>
            <pc:sldMk cId="576656499" sldId="264"/>
            <ac:spMk id="2" creationId="{11722D13-3B0A-0B65-891E-18784F8228CA}"/>
          </ac:spMkLst>
        </pc:spChg>
        <pc:spChg chg="mod">
          <ac:chgData name="Pauly, Joshua Frank" userId="S::jfp5940@psu.edu::e8b3e292-32bf-4d36-bfd3-b7b17a438369" providerId="AD" clId="Web-{95E83498-C9FC-A1A2-03B3-5395E5DA0943}" dt="2025-04-13T22:28:46.923" v="657" actId="14100"/>
          <ac:spMkLst>
            <pc:docMk/>
            <pc:sldMk cId="576656499" sldId="264"/>
            <ac:spMk id="3" creationId="{E75FD067-85C6-9DCF-7C26-E017136F9CE1}"/>
          </ac:spMkLst>
        </pc:spChg>
      </pc:sldChg>
      <pc:sldChg chg="addSp delSp modSp add del mod replId setBg setClrOvrMap">
        <pc:chgData name="Pauly, Joshua Frank" userId="S::jfp5940@psu.edu::e8b3e292-32bf-4d36-bfd3-b7b17a438369" providerId="AD" clId="Web-{95E83498-C9FC-A1A2-03B3-5395E5DA0943}" dt="2025-04-13T22:25:21.105" v="608"/>
        <pc:sldMkLst>
          <pc:docMk/>
          <pc:sldMk cId="262652488" sldId="266"/>
        </pc:sldMkLst>
        <pc:spChg chg="mod">
          <ac:chgData name="Pauly, Joshua Frank" userId="S::jfp5940@psu.edu::e8b3e292-32bf-4d36-bfd3-b7b17a438369" providerId="AD" clId="Web-{95E83498-C9FC-A1A2-03B3-5395E5DA0943}" dt="2025-04-13T18:22:56.726" v="200"/>
          <ac:spMkLst>
            <pc:docMk/>
            <pc:sldMk cId="262652488" sldId="266"/>
            <ac:spMk id="2" creationId="{3572E97C-5EAD-ADF8-49EE-98B5E87C71D3}"/>
          </ac:spMkLst>
        </pc:spChg>
        <pc:spChg chg="mod">
          <ac:chgData name="Pauly, Joshua Frank" userId="S::jfp5940@psu.edu::e8b3e292-32bf-4d36-bfd3-b7b17a438369" providerId="AD" clId="Web-{95E83498-C9FC-A1A2-03B3-5395E5DA0943}" dt="2025-04-13T22:16:30.107" v="498" actId="20577"/>
          <ac:spMkLst>
            <pc:docMk/>
            <pc:sldMk cId="262652488" sldId="266"/>
            <ac:spMk id="3" creationId="{30F2C1B0-DB37-C539-6808-107DA9B528CD}"/>
          </ac:spMkLst>
        </pc:spChg>
        <pc:spChg chg="add del">
          <ac:chgData name="Pauly, Joshua Frank" userId="S::jfp5940@psu.edu::e8b3e292-32bf-4d36-bfd3-b7b17a438369" providerId="AD" clId="Web-{95E83498-C9FC-A1A2-03B3-5395E5DA0943}" dt="2025-04-13T18:22:56.726" v="200"/>
          <ac:spMkLst>
            <pc:docMk/>
            <pc:sldMk cId="262652488" sldId="266"/>
            <ac:spMk id="8" creationId="{AD2D45C7-2E37-44FD-AC77-116CD14B9ED9}"/>
          </ac:spMkLst>
        </pc:spChg>
        <pc:spChg chg="add del">
          <ac:chgData name="Pauly, Joshua Frank" userId="S::jfp5940@psu.edu::e8b3e292-32bf-4d36-bfd3-b7b17a438369" providerId="AD" clId="Web-{95E83498-C9FC-A1A2-03B3-5395E5DA0943}" dt="2025-04-13T18:22:56.726" v="200"/>
          <ac:spMkLst>
            <pc:docMk/>
            <pc:sldMk cId="262652488" sldId="266"/>
            <ac:spMk id="10" creationId="{1FF88480-2CF1-4C54-8CE3-2CA9CD9FF896}"/>
          </ac:spMkLst>
        </pc:spChg>
        <pc:picChg chg="add mod">
          <ac:chgData name="Pauly, Joshua Frank" userId="S::jfp5940@psu.edu::e8b3e292-32bf-4d36-bfd3-b7b17a438369" providerId="AD" clId="Web-{95E83498-C9FC-A1A2-03B3-5395E5DA0943}" dt="2025-04-13T18:23:27.618" v="204" actId="1076"/>
          <ac:picMkLst>
            <pc:docMk/>
            <pc:sldMk cId="262652488" sldId="266"/>
            <ac:picMk id="4" creationId="{72EB09C1-99AD-9DC5-5DE7-1F47E84B0E90}"/>
          </ac:picMkLst>
        </pc:picChg>
        <pc:picChg chg="add mod">
          <ac:chgData name="Pauly, Joshua Frank" userId="S::jfp5940@psu.edu::e8b3e292-32bf-4d36-bfd3-b7b17a438369" providerId="AD" clId="Web-{95E83498-C9FC-A1A2-03B3-5395E5DA0943}" dt="2025-04-13T18:24:21.401" v="213" actId="1076"/>
          <ac:picMkLst>
            <pc:docMk/>
            <pc:sldMk cId="262652488" sldId="266"/>
            <ac:picMk id="5" creationId="{F45EFCEE-C8E8-3896-9BF6-7948D1130082}"/>
          </ac:picMkLst>
        </pc:picChg>
      </pc:sldChg>
      <pc:sldChg chg="modSp add del replId">
        <pc:chgData name="Pauly, Joshua Frank" userId="S::jfp5940@psu.edu::e8b3e292-32bf-4d36-bfd3-b7b17a438369" providerId="AD" clId="Web-{95E83498-C9FC-A1A2-03B3-5395E5DA0943}" dt="2025-04-13T22:26:24.404" v="624"/>
        <pc:sldMkLst>
          <pc:docMk/>
          <pc:sldMk cId="3395126143" sldId="267"/>
        </pc:sldMkLst>
        <pc:spChg chg="mod">
          <ac:chgData name="Pauly, Joshua Frank" userId="S::jfp5940@psu.edu::e8b3e292-32bf-4d36-bfd3-b7b17a438369" providerId="AD" clId="Web-{95E83498-C9FC-A1A2-03B3-5395E5DA0943}" dt="2025-04-13T18:26:10.935" v="233" actId="14100"/>
          <ac:spMkLst>
            <pc:docMk/>
            <pc:sldMk cId="3395126143" sldId="267"/>
            <ac:spMk id="2" creationId="{34B3D92D-5608-C394-C401-0EC8415779D7}"/>
          </ac:spMkLst>
        </pc:spChg>
        <pc:spChg chg="mod">
          <ac:chgData name="Pauly, Joshua Frank" userId="S::jfp5940@psu.edu::e8b3e292-32bf-4d36-bfd3-b7b17a438369" providerId="AD" clId="Web-{95E83498-C9FC-A1A2-03B3-5395E5DA0943}" dt="2025-04-13T22:16:34.529" v="500" actId="20577"/>
          <ac:spMkLst>
            <pc:docMk/>
            <pc:sldMk cId="3395126143" sldId="267"/>
            <ac:spMk id="3" creationId="{80221178-9C7B-991B-7637-A59C2B60ABB3}"/>
          </ac:spMkLst>
        </pc:spChg>
      </pc:sldChg>
      <pc:sldChg chg="addSp modSp add del replId">
        <pc:chgData name="Pauly, Joshua Frank" userId="S::jfp5940@psu.edu::e8b3e292-32bf-4d36-bfd3-b7b17a438369" providerId="AD" clId="Web-{95E83498-C9FC-A1A2-03B3-5395E5DA0943}" dt="2025-04-13T22:27:57.594" v="647"/>
        <pc:sldMkLst>
          <pc:docMk/>
          <pc:sldMk cId="489116735" sldId="268"/>
        </pc:sldMkLst>
        <pc:spChg chg="mod">
          <ac:chgData name="Pauly, Joshua Frank" userId="S::jfp5940@psu.edu::e8b3e292-32bf-4d36-bfd3-b7b17a438369" providerId="AD" clId="Web-{95E83498-C9FC-A1A2-03B3-5395E5DA0943}" dt="2025-04-13T00:11:15.861" v="19" actId="20577"/>
          <ac:spMkLst>
            <pc:docMk/>
            <pc:sldMk cId="489116735" sldId="268"/>
            <ac:spMk id="2" creationId="{2AF11D81-19A7-2D8E-C808-7DE9E015913B}"/>
          </ac:spMkLst>
        </pc:spChg>
        <pc:spChg chg="mod">
          <ac:chgData name="Pauly, Joshua Frank" userId="S::jfp5940@psu.edu::e8b3e292-32bf-4d36-bfd3-b7b17a438369" providerId="AD" clId="Web-{95E83498-C9FC-A1A2-03B3-5395E5DA0943}" dt="2025-04-13T18:57:55.906" v="322" actId="1076"/>
          <ac:spMkLst>
            <pc:docMk/>
            <pc:sldMk cId="489116735" sldId="268"/>
            <ac:spMk id="3" creationId="{37CFA5DE-A4D4-4F9D-061F-BABF0341078E}"/>
          </ac:spMkLst>
        </pc:spChg>
        <pc:picChg chg="add mod">
          <ac:chgData name="Pauly, Joshua Frank" userId="S::jfp5940@psu.edu::e8b3e292-32bf-4d36-bfd3-b7b17a438369" providerId="AD" clId="Web-{95E83498-C9FC-A1A2-03B3-5395E5DA0943}" dt="2025-04-13T18:58:09.001" v="325" actId="14100"/>
          <ac:picMkLst>
            <pc:docMk/>
            <pc:sldMk cId="489116735" sldId="268"/>
            <ac:picMk id="4" creationId="{E27295CA-B480-E74A-F410-CC61C411302B}"/>
          </ac:picMkLst>
        </pc:picChg>
        <pc:picChg chg="add mod">
          <ac:chgData name="Pauly, Joshua Frank" userId="S::jfp5940@psu.edu::e8b3e292-32bf-4d36-bfd3-b7b17a438369" providerId="AD" clId="Web-{95E83498-C9FC-A1A2-03B3-5395E5DA0943}" dt="2025-04-13T18:58:30.407" v="330" actId="14100"/>
          <ac:picMkLst>
            <pc:docMk/>
            <pc:sldMk cId="489116735" sldId="268"/>
            <ac:picMk id="5" creationId="{0E34B545-8DB9-548F-3853-5C717B26A774}"/>
          </ac:picMkLst>
        </pc:picChg>
      </pc:sldChg>
      <pc:sldChg chg="modSp add del replId">
        <pc:chgData name="Pauly, Joshua Frank" userId="S::jfp5940@psu.edu::e8b3e292-32bf-4d36-bfd3-b7b17a438369" providerId="AD" clId="Web-{95E83498-C9FC-A1A2-03B3-5395E5DA0943}" dt="2025-04-13T22:28:34.048" v="656"/>
        <pc:sldMkLst>
          <pc:docMk/>
          <pc:sldMk cId="3316826459" sldId="269"/>
        </pc:sldMkLst>
        <pc:spChg chg="mod">
          <ac:chgData name="Pauly, Joshua Frank" userId="S::jfp5940@psu.edu::e8b3e292-32bf-4d36-bfd3-b7b17a438369" providerId="AD" clId="Web-{95E83498-C9FC-A1A2-03B3-5395E5DA0943}" dt="2025-04-13T00:11:23.143" v="23" actId="20577"/>
          <ac:spMkLst>
            <pc:docMk/>
            <pc:sldMk cId="3316826459" sldId="269"/>
            <ac:spMk id="2" creationId="{73E71E48-EF37-AEF3-8331-A494F596AA2C}"/>
          </ac:spMkLst>
        </pc:spChg>
        <pc:spChg chg="mod">
          <ac:chgData name="Pauly, Joshua Frank" userId="S::jfp5940@psu.edu::e8b3e292-32bf-4d36-bfd3-b7b17a438369" providerId="AD" clId="Web-{95E83498-C9FC-A1A2-03B3-5395E5DA0943}" dt="2025-04-13T19:03:17.072" v="390" actId="20577"/>
          <ac:spMkLst>
            <pc:docMk/>
            <pc:sldMk cId="3316826459" sldId="269"/>
            <ac:spMk id="3" creationId="{6AB4221C-6706-71AB-0886-F9DB0349566C}"/>
          </ac:spMkLst>
        </pc:spChg>
      </pc:sldChg>
      <pc:sldChg chg="modSp add del replId">
        <pc:chgData name="Pauly, Joshua Frank" userId="S::jfp5940@psu.edu::e8b3e292-32bf-4d36-bfd3-b7b17a438369" providerId="AD" clId="Web-{95E83498-C9FC-A1A2-03B3-5395E5DA0943}" dt="2025-04-13T22:32:05.194" v="734"/>
        <pc:sldMkLst>
          <pc:docMk/>
          <pc:sldMk cId="2031147553" sldId="270"/>
        </pc:sldMkLst>
        <pc:spChg chg="mod">
          <ac:chgData name="Pauly, Joshua Frank" userId="S::jfp5940@psu.edu::e8b3e292-32bf-4d36-bfd3-b7b17a438369" providerId="AD" clId="Web-{95E83498-C9FC-A1A2-03B3-5395E5DA0943}" dt="2025-04-13T00:13:07.223" v="57" actId="20577"/>
          <ac:spMkLst>
            <pc:docMk/>
            <pc:sldMk cId="2031147553" sldId="270"/>
            <ac:spMk id="2" creationId="{751A2B1E-8A16-E638-30F1-FF3EFCD2F054}"/>
          </ac:spMkLst>
        </pc:spChg>
      </pc:sldChg>
      <pc:sldChg chg="modSp add del replId">
        <pc:chgData name="Pauly, Joshua Frank" userId="S::jfp5940@psu.edu::e8b3e292-32bf-4d36-bfd3-b7b17a438369" providerId="AD" clId="Web-{95E83498-C9FC-A1A2-03B3-5395E5DA0943}" dt="2025-04-13T22:34:47.995" v="886"/>
        <pc:sldMkLst>
          <pc:docMk/>
          <pc:sldMk cId="2654189606" sldId="271"/>
        </pc:sldMkLst>
        <pc:spChg chg="mod">
          <ac:chgData name="Pauly, Joshua Frank" userId="S::jfp5940@psu.edu::e8b3e292-32bf-4d36-bfd3-b7b17a438369" providerId="AD" clId="Web-{95E83498-C9FC-A1A2-03B3-5395E5DA0943}" dt="2025-04-13T00:13:19.958" v="62" actId="20577"/>
          <ac:spMkLst>
            <pc:docMk/>
            <pc:sldMk cId="2654189606" sldId="271"/>
            <ac:spMk id="2" creationId="{F988B1DC-7DAF-C089-888A-AFF22C7E9CAE}"/>
          </ac:spMkLst>
        </pc:spChg>
      </pc:sldChg>
      <pc:sldChg chg="modSp add del replId">
        <pc:chgData name="Pauly, Joshua Frank" userId="S::jfp5940@psu.edu::e8b3e292-32bf-4d36-bfd3-b7b17a438369" providerId="AD" clId="Web-{95E83498-C9FC-A1A2-03B3-5395E5DA0943}" dt="2025-04-13T00:14:00.240" v="74"/>
        <pc:sldMkLst>
          <pc:docMk/>
          <pc:sldMk cId="376755130" sldId="272"/>
        </pc:sldMkLst>
        <pc:spChg chg="mod">
          <ac:chgData name="Pauly, Joshua Frank" userId="S::jfp5940@psu.edu::e8b3e292-32bf-4d36-bfd3-b7b17a438369" providerId="AD" clId="Web-{95E83498-C9FC-A1A2-03B3-5395E5DA0943}" dt="2025-04-13T00:13:55.412" v="73" actId="20577"/>
          <ac:spMkLst>
            <pc:docMk/>
            <pc:sldMk cId="376755130" sldId="272"/>
            <ac:spMk id="2" creationId="{274322F8-1396-8D52-4D63-65BDAD128379}"/>
          </ac:spMkLst>
        </pc:spChg>
      </pc:sldChg>
      <pc:sldChg chg="modSp add del replId">
        <pc:chgData name="Pauly, Joshua Frank" userId="S::jfp5940@psu.edu::e8b3e292-32bf-4d36-bfd3-b7b17a438369" providerId="AD" clId="Web-{95E83498-C9FC-A1A2-03B3-5395E5DA0943}" dt="2025-04-13T23:02:14.163" v="1316"/>
        <pc:sldMkLst>
          <pc:docMk/>
          <pc:sldMk cId="3353736639" sldId="272"/>
        </pc:sldMkLst>
        <pc:spChg chg="mod">
          <ac:chgData name="Pauly, Joshua Frank" userId="S::jfp5940@psu.edu::e8b3e292-32bf-4d36-bfd3-b7b17a438369" providerId="AD" clId="Web-{95E83498-C9FC-A1A2-03B3-5395E5DA0943}" dt="2025-04-13T00:14:21.975" v="76" actId="20577"/>
          <ac:spMkLst>
            <pc:docMk/>
            <pc:sldMk cId="3353736639" sldId="272"/>
            <ac:spMk id="2" creationId="{A29D86C4-77D4-5C92-CDDB-5F11A01A8A5D}"/>
          </ac:spMkLst>
        </pc:spChg>
        <pc:spChg chg="mod">
          <ac:chgData name="Pauly, Joshua Frank" userId="S::jfp5940@psu.edu::e8b3e292-32bf-4d36-bfd3-b7b17a438369" providerId="AD" clId="Web-{95E83498-C9FC-A1A2-03B3-5395E5DA0943}" dt="2025-04-13T00:15:11.648" v="92" actId="20577"/>
          <ac:spMkLst>
            <pc:docMk/>
            <pc:sldMk cId="3353736639" sldId="272"/>
            <ac:spMk id="3" creationId="{5CBA62C3-A1B6-6C12-03E7-AA7A2EC40328}"/>
          </ac:spMkLst>
        </pc:spChg>
      </pc:sldChg>
      <pc:sldChg chg="modSp add replId">
        <pc:chgData name="Pauly, Joshua Frank" userId="S::jfp5940@psu.edu::e8b3e292-32bf-4d36-bfd3-b7b17a438369" providerId="AD" clId="Web-{95E83498-C9FC-A1A2-03B3-5395E5DA0943}" dt="2025-04-13T22:20:21.785" v="529" actId="1076"/>
        <pc:sldMkLst>
          <pc:docMk/>
          <pc:sldMk cId="1764528217" sldId="273"/>
        </pc:sldMkLst>
        <pc:spChg chg="mod">
          <ac:chgData name="Pauly, Joshua Frank" userId="S::jfp5940@psu.edu::e8b3e292-32bf-4d36-bfd3-b7b17a438369" providerId="AD" clId="Web-{95E83498-C9FC-A1A2-03B3-5395E5DA0943}" dt="2025-04-13T22:19:51.846" v="522" actId="20577"/>
          <ac:spMkLst>
            <pc:docMk/>
            <pc:sldMk cId="1764528217" sldId="273"/>
            <ac:spMk id="2" creationId="{6DB9371D-FB71-85A3-D2F2-EFF1A890D40E}"/>
          </ac:spMkLst>
        </pc:spChg>
        <pc:spChg chg="mod">
          <ac:chgData name="Pauly, Joshua Frank" userId="S::jfp5940@psu.edu::e8b3e292-32bf-4d36-bfd3-b7b17a438369" providerId="AD" clId="Web-{95E83498-C9FC-A1A2-03B3-5395E5DA0943}" dt="2025-04-13T22:20:21.785" v="529" actId="1076"/>
          <ac:spMkLst>
            <pc:docMk/>
            <pc:sldMk cId="1764528217" sldId="273"/>
            <ac:spMk id="3" creationId="{A2B35A45-EA38-1544-CCC7-00C0212EAD74}"/>
          </ac:spMkLst>
        </pc:spChg>
      </pc:sldChg>
      <pc:sldChg chg="addSp modSp add replId modNotes">
        <pc:chgData name="Pauly, Joshua Frank" userId="S::jfp5940@psu.edu::e8b3e292-32bf-4d36-bfd3-b7b17a438369" providerId="AD" clId="Web-{95E83498-C9FC-A1A2-03B3-5395E5DA0943}" dt="2025-04-13T23:13:28.525" v="1361"/>
        <pc:sldMkLst>
          <pc:docMk/>
          <pc:sldMk cId="1479075435" sldId="274"/>
        </pc:sldMkLst>
        <pc:spChg chg="mod">
          <ac:chgData name="Pauly, Joshua Frank" userId="S::jfp5940@psu.edu::e8b3e292-32bf-4d36-bfd3-b7b17a438369" providerId="AD" clId="Web-{95E83498-C9FC-A1A2-03B3-5395E5DA0943}" dt="2025-04-13T22:21:45.849" v="545" actId="20577"/>
          <ac:spMkLst>
            <pc:docMk/>
            <pc:sldMk cId="1479075435" sldId="274"/>
            <ac:spMk id="2" creationId="{D85E19AC-68D1-29C4-935A-0B3EB5DA5A49}"/>
          </ac:spMkLst>
        </pc:spChg>
        <pc:spChg chg="mod">
          <ac:chgData name="Pauly, Joshua Frank" userId="S::jfp5940@psu.edu::e8b3e292-32bf-4d36-bfd3-b7b17a438369" providerId="AD" clId="Web-{95E83498-C9FC-A1A2-03B3-5395E5DA0943}" dt="2025-04-13T22:22:12.710" v="553" actId="1076"/>
          <ac:spMkLst>
            <pc:docMk/>
            <pc:sldMk cId="1479075435" sldId="274"/>
            <ac:spMk id="3" creationId="{7A7EA86F-6CE7-FBA1-1515-0E33BDA3165B}"/>
          </ac:spMkLst>
        </pc:spChg>
        <pc:picChg chg="add mod">
          <ac:chgData name="Pauly, Joshua Frank" userId="S::jfp5940@psu.edu::e8b3e292-32bf-4d36-bfd3-b7b17a438369" providerId="AD" clId="Web-{95E83498-C9FC-A1A2-03B3-5395E5DA0943}" dt="2025-04-13T22:22:14.319" v="554" actId="1076"/>
          <ac:picMkLst>
            <pc:docMk/>
            <pc:sldMk cId="1479075435" sldId="274"/>
            <ac:picMk id="4" creationId="{AAD3743F-A5D0-E670-9B21-824ECA8102AC}"/>
          </ac:picMkLst>
        </pc:picChg>
      </pc:sldChg>
      <pc:sldChg chg="addSp delSp modSp add replId modNotes">
        <pc:chgData name="Pauly, Joshua Frank" userId="S::jfp5940@psu.edu::e8b3e292-32bf-4d36-bfd3-b7b17a438369" providerId="AD" clId="Web-{95E83498-C9FC-A1A2-03B3-5395E5DA0943}" dt="2025-04-13T23:13:32.431" v="1363"/>
        <pc:sldMkLst>
          <pc:docMk/>
          <pc:sldMk cId="1770093675" sldId="275"/>
        </pc:sldMkLst>
        <pc:spChg chg="mod">
          <ac:chgData name="Pauly, Joshua Frank" userId="S::jfp5940@psu.edu::e8b3e292-32bf-4d36-bfd3-b7b17a438369" providerId="AD" clId="Web-{95E83498-C9FC-A1A2-03B3-5395E5DA0943}" dt="2025-04-13T22:22:33.054" v="558" actId="20577"/>
          <ac:spMkLst>
            <pc:docMk/>
            <pc:sldMk cId="1770093675" sldId="275"/>
            <ac:spMk id="2" creationId="{551C5C24-B56A-6CD4-40E6-F9BCE7E02AFE}"/>
          </ac:spMkLst>
        </pc:spChg>
        <pc:spChg chg="mod">
          <ac:chgData name="Pauly, Joshua Frank" userId="S::jfp5940@psu.edu::e8b3e292-32bf-4d36-bfd3-b7b17a438369" providerId="AD" clId="Web-{95E83498-C9FC-A1A2-03B3-5395E5DA0943}" dt="2025-04-13T22:22:50.632" v="561" actId="20577"/>
          <ac:spMkLst>
            <pc:docMk/>
            <pc:sldMk cId="1770093675" sldId="275"/>
            <ac:spMk id="3" creationId="{AFA2D499-D7E3-1F2F-8236-866EA3F6EA48}"/>
          </ac:spMkLst>
        </pc:spChg>
        <pc:picChg chg="del">
          <ac:chgData name="Pauly, Joshua Frank" userId="S::jfp5940@psu.edu::e8b3e292-32bf-4d36-bfd3-b7b17a438369" providerId="AD" clId="Web-{95E83498-C9FC-A1A2-03B3-5395E5DA0943}" dt="2025-04-13T22:22:55.758" v="562"/>
          <ac:picMkLst>
            <pc:docMk/>
            <pc:sldMk cId="1770093675" sldId="275"/>
            <ac:picMk id="4" creationId="{82A9116C-1628-49F0-BE80-584350FE05AF}"/>
          </ac:picMkLst>
        </pc:picChg>
        <pc:picChg chg="add mod">
          <ac:chgData name="Pauly, Joshua Frank" userId="S::jfp5940@psu.edu::e8b3e292-32bf-4d36-bfd3-b7b17a438369" providerId="AD" clId="Web-{95E83498-C9FC-A1A2-03B3-5395E5DA0943}" dt="2025-04-13T23:12:39.008" v="1359" actId="1076"/>
          <ac:picMkLst>
            <pc:docMk/>
            <pc:sldMk cId="1770093675" sldId="275"/>
            <ac:picMk id="8" creationId="{126E2D84-9CAD-8E9D-83B0-1C80D1459932}"/>
          </ac:picMkLst>
        </pc:picChg>
      </pc:sldChg>
      <pc:sldChg chg="addSp delSp modSp add replId">
        <pc:chgData name="Pauly, Joshua Frank" userId="S::jfp5940@psu.edu::e8b3e292-32bf-4d36-bfd3-b7b17a438369" providerId="AD" clId="Web-{95E83498-C9FC-A1A2-03B3-5395E5DA0943}" dt="2025-04-13T22:23:45.853" v="577" actId="14100"/>
        <pc:sldMkLst>
          <pc:docMk/>
          <pc:sldMk cId="1474559698" sldId="276"/>
        </pc:sldMkLst>
        <pc:spChg chg="mod">
          <ac:chgData name="Pauly, Joshua Frank" userId="S::jfp5940@psu.edu::e8b3e292-32bf-4d36-bfd3-b7b17a438369" providerId="AD" clId="Web-{95E83498-C9FC-A1A2-03B3-5395E5DA0943}" dt="2025-04-13T22:23:28.133" v="571" actId="20577"/>
          <ac:spMkLst>
            <pc:docMk/>
            <pc:sldMk cId="1474559698" sldId="276"/>
            <ac:spMk id="2" creationId="{0400C48D-2F41-753D-8034-2834CE68EE08}"/>
          </ac:spMkLst>
        </pc:spChg>
        <pc:spChg chg="mod">
          <ac:chgData name="Pauly, Joshua Frank" userId="S::jfp5940@psu.edu::e8b3e292-32bf-4d36-bfd3-b7b17a438369" providerId="AD" clId="Web-{95E83498-C9FC-A1A2-03B3-5395E5DA0943}" dt="2025-04-13T22:23:32.774" v="572" actId="20577"/>
          <ac:spMkLst>
            <pc:docMk/>
            <pc:sldMk cId="1474559698" sldId="276"/>
            <ac:spMk id="3" creationId="{5FAB9041-2FAE-8F25-386D-7D1F66479B76}"/>
          </ac:spMkLst>
        </pc:spChg>
        <pc:picChg chg="add mod">
          <ac:chgData name="Pauly, Joshua Frank" userId="S::jfp5940@psu.edu::e8b3e292-32bf-4d36-bfd3-b7b17a438369" providerId="AD" clId="Web-{95E83498-C9FC-A1A2-03B3-5395E5DA0943}" dt="2025-04-13T22:23:45.853" v="577" actId="14100"/>
          <ac:picMkLst>
            <pc:docMk/>
            <pc:sldMk cId="1474559698" sldId="276"/>
            <ac:picMk id="4" creationId="{758794E3-71FE-E4F6-2EF4-E54A94B28D6C}"/>
          </ac:picMkLst>
        </pc:picChg>
        <pc:picChg chg="del">
          <ac:chgData name="Pauly, Joshua Frank" userId="S::jfp5940@psu.edu::e8b3e292-32bf-4d36-bfd3-b7b17a438369" providerId="AD" clId="Web-{95E83498-C9FC-A1A2-03B3-5395E5DA0943}" dt="2025-04-13T22:23:33.805" v="573"/>
          <ac:picMkLst>
            <pc:docMk/>
            <pc:sldMk cId="1474559698" sldId="276"/>
            <ac:picMk id="8" creationId="{4848E84E-7B4D-A8EC-C589-7BC9417B598D}"/>
          </ac:picMkLst>
        </pc:picChg>
      </pc:sldChg>
      <pc:sldChg chg="addSp delSp modSp add replId">
        <pc:chgData name="Pauly, Joshua Frank" userId="S::jfp5940@psu.edu::e8b3e292-32bf-4d36-bfd3-b7b17a438369" providerId="AD" clId="Web-{95E83498-C9FC-A1A2-03B3-5395E5DA0943}" dt="2025-04-13T22:25:14.871" v="607" actId="14100"/>
        <pc:sldMkLst>
          <pc:docMk/>
          <pc:sldMk cId="2940765692" sldId="277"/>
        </pc:sldMkLst>
        <pc:spChg chg="mod">
          <ac:chgData name="Pauly, Joshua Frank" userId="S::jfp5940@psu.edu::e8b3e292-32bf-4d36-bfd3-b7b17a438369" providerId="AD" clId="Web-{95E83498-C9FC-A1A2-03B3-5395E5DA0943}" dt="2025-04-13T22:24:11.088" v="588" actId="20577"/>
          <ac:spMkLst>
            <pc:docMk/>
            <pc:sldMk cId="2940765692" sldId="277"/>
            <ac:spMk id="2" creationId="{2E05FED3-E62E-6583-E61E-0B35722D7C1A}"/>
          </ac:spMkLst>
        </pc:spChg>
        <pc:spChg chg="add mod">
          <ac:chgData name="Pauly, Joshua Frank" userId="S::jfp5940@psu.edu::e8b3e292-32bf-4d36-bfd3-b7b17a438369" providerId="AD" clId="Web-{95E83498-C9FC-A1A2-03B3-5395E5DA0943}" dt="2025-04-13T22:24:46.807" v="599" actId="20577"/>
          <ac:spMkLst>
            <pc:docMk/>
            <pc:sldMk cId="2940765692" sldId="277"/>
            <ac:spMk id="7" creationId="{0185F036-4D6D-02B1-5229-16E1283901C0}"/>
          </ac:spMkLst>
        </pc:spChg>
        <pc:picChg chg="del">
          <ac:chgData name="Pauly, Joshua Frank" userId="S::jfp5940@psu.edu::e8b3e292-32bf-4d36-bfd3-b7b17a438369" providerId="AD" clId="Web-{95E83498-C9FC-A1A2-03B3-5395E5DA0943}" dt="2025-04-13T22:24:13.291" v="589"/>
          <ac:picMkLst>
            <pc:docMk/>
            <pc:sldMk cId="2940765692" sldId="277"/>
            <ac:picMk id="4" creationId="{3743D047-00B5-881F-4AF6-D78CA29937B9}"/>
          </ac:picMkLst>
        </pc:picChg>
        <pc:picChg chg="add mod">
          <ac:chgData name="Pauly, Joshua Frank" userId="S::jfp5940@psu.edu::e8b3e292-32bf-4d36-bfd3-b7b17a438369" providerId="AD" clId="Web-{95E83498-C9FC-A1A2-03B3-5395E5DA0943}" dt="2025-04-13T22:25:02.761" v="602" actId="14100"/>
          <ac:picMkLst>
            <pc:docMk/>
            <pc:sldMk cId="2940765692" sldId="277"/>
            <ac:picMk id="9" creationId="{84A8EA9C-D4AB-F149-1982-D660C8349A34}"/>
          </ac:picMkLst>
        </pc:picChg>
        <pc:picChg chg="add mod">
          <ac:chgData name="Pauly, Joshua Frank" userId="S::jfp5940@psu.edu::e8b3e292-32bf-4d36-bfd3-b7b17a438369" providerId="AD" clId="Web-{95E83498-C9FC-A1A2-03B3-5395E5DA0943}" dt="2025-04-13T22:25:14.871" v="607" actId="14100"/>
          <ac:picMkLst>
            <pc:docMk/>
            <pc:sldMk cId="2940765692" sldId="277"/>
            <ac:picMk id="11" creationId="{E758DC9C-C7E6-A183-1E61-B07FD68F24FB}"/>
          </ac:picMkLst>
        </pc:picChg>
      </pc:sldChg>
      <pc:sldChg chg="modSp add replId">
        <pc:chgData name="Pauly, Joshua Frank" userId="S::jfp5940@psu.edu::e8b3e292-32bf-4d36-bfd3-b7b17a438369" providerId="AD" clId="Web-{95E83498-C9FC-A1A2-03B3-5395E5DA0943}" dt="2025-04-13T22:26:01.403" v="623" actId="20577"/>
        <pc:sldMkLst>
          <pc:docMk/>
          <pc:sldMk cId="4045277305" sldId="278"/>
        </pc:sldMkLst>
        <pc:spChg chg="mod">
          <ac:chgData name="Pauly, Joshua Frank" userId="S::jfp5940@psu.edu::e8b3e292-32bf-4d36-bfd3-b7b17a438369" providerId="AD" clId="Web-{95E83498-C9FC-A1A2-03B3-5395E5DA0943}" dt="2025-04-13T22:25:47.168" v="619" actId="20577"/>
          <ac:spMkLst>
            <pc:docMk/>
            <pc:sldMk cId="4045277305" sldId="278"/>
            <ac:spMk id="2" creationId="{460CBAFF-086D-A735-970A-8C1227345254}"/>
          </ac:spMkLst>
        </pc:spChg>
        <pc:spChg chg="mod">
          <ac:chgData name="Pauly, Joshua Frank" userId="S::jfp5940@psu.edu::e8b3e292-32bf-4d36-bfd3-b7b17a438369" providerId="AD" clId="Web-{95E83498-C9FC-A1A2-03B3-5395E5DA0943}" dt="2025-04-13T22:26:01.403" v="623" actId="20577"/>
          <ac:spMkLst>
            <pc:docMk/>
            <pc:sldMk cId="4045277305" sldId="278"/>
            <ac:spMk id="7" creationId="{29412D9F-A793-B626-B5DA-814307BBB956}"/>
          </ac:spMkLst>
        </pc:spChg>
      </pc:sldChg>
      <pc:sldChg chg="addSp delSp modSp add replId">
        <pc:chgData name="Pauly, Joshua Frank" userId="S::jfp5940@psu.edu::e8b3e292-32bf-4d36-bfd3-b7b17a438369" providerId="AD" clId="Web-{95E83498-C9FC-A1A2-03B3-5395E5DA0943}" dt="2025-04-13T22:27:51.500" v="646"/>
        <pc:sldMkLst>
          <pc:docMk/>
          <pc:sldMk cId="2836005389" sldId="279"/>
        </pc:sldMkLst>
        <pc:spChg chg="mod">
          <ac:chgData name="Pauly, Joshua Frank" userId="S::jfp5940@psu.edu::e8b3e292-32bf-4d36-bfd3-b7b17a438369" providerId="AD" clId="Web-{95E83498-C9FC-A1A2-03B3-5395E5DA0943}" dt="2025-04-13T22:26:59.420" v="635" actId="14100"/>
          <ac:spMkLst>
            <pc:docMk/>
            <pc:sldMk cId="2836005389" sldId="279"/>
            <ac:spMk id="2" creationId="{89D4D26A-01F5-5281-68E4-C23684D0CF3B}"/>
          </ac:spMkLst>
        </pc:spChg>
        <pc:spChg chg="mod">
          <ac:chgData name="Pauly, Joshua Frank" userId="S::jfp5940@psu.edu::e8b3e292-32bf-4d36-bfd3-b7b17a438369" providerId="AD" clId="Web-{95E83498-C9FC-A1A2-03B3-5395E5DA0943}" dt="2025-04-13T22:27:41.015" v="642" actId="20577"/>
          <ac:spMkLst>
            <pc:docMk/>
            <pc:sldMk cId="2836005389" sldId="279"/>
            <ac:spMk id="7" creationId="{9DAD8379-3147-B9B5-674B-06D8FED606FD}"/>
          </ac:spMkLst>
        </pc:spChg>
        <pc:picChg chg="add">
          <ac:chgData name="Pauly, Joshua Frank" userId="S::jfp5940@psu.edu::e8b3e292-32bf-4d36-bfd3-b7b17a438369" providerId="AD" clId="Web-{95E83498-C9FC-A1A2-03B3-5395E5DA0943}" dt="2025-04-13T22:27:51.437" v="645"/>
          <ac:picMkLst>
            <pc:docMk/>
            <pc:sldMk cId="2836005389" sldId="279"/>
            <ac:picMk id="8" creationId="{5F2C496D-588A-26CD-FCE1-27B7C89ACC31}"/>
          </ac:picMkLst>
        </pc:picChg>
        <pc:picChg chg="del">
          <ac:chgData name="Pauly, Joshua Frank" userId="S::jfp5940@psu.edu::e8b3e292-32bf-4d36-bfd3-b7b17a438369" providerId="AD" clId="Web-{95E83498-C9FC-A1A2-03B3-5395E5DA0943}" dt="2025-04-13T22:27:50.828" v="644"/>
          <ac:picMkLst>
            <pc:docMk/>
            <pc:sldMk cId="2836005389" sldId="279"/>
            <ac:picMk id="9" creationId="{B4C4884E-B537-7B26-CD47-72CA34FCF610}"/>
          </ac:picMkLst>
        </pc:picChg>
        <pc:picChg chg="del">
          <ac:chgData name="Pauly, Joshua Frank" userId="S::jfp5940@psu.edu::e8b3e292-32bf-4d36-bfd3-b7b17a438369" providerId="AD" clId="Web-{95E83498-C9FC-A1A2-03B3-5395E5DA0943}" dt="2025-04-13T22:27:50.828" v="643"/>
          <ac:picMkLst>
            <pc:docMk/>
            <pc:sldMk cId="2836005389" sldId="279"/>
            <ac:picMk id="11" creationId="{C29AD117-D6AF-252D-70B6-32ED848556CE}"/>
          </ac:picMkLst>
        </pc:picChg>
        <pc:picChg chg="add">
          <ac:chgData name="Pauly, Joshua Frank" userId="S::jfp5940@psu.edu::e8b3e292-32bf-4d36-bfd3-b7b17a438369" providerId="AD" clId="Web-{95E83498-C9FC-A1A2-03B3-5395E5DA0943}" dt="2025-04-13T22:27:51.500" v="646"/>
          <ac:picMkLst>
            <pc:docMk/>
            <pc:sldMk cId="2836005389" sldId="279"/>
            <ac:picMk id="12" creationId="{374D1E56-B293-6A9F-2908-AEDFD10CCA57}"/>
          </ac:picMkLst>
        </pc:picChg>
      </pc:sldChg>
      <pc:sldChg chg="delSp modSp add replId">
        <pc:chgData name="Pauly, Joshua Frank" userId="S::jfp5940@psu.edu::e8b3e292-32bf-4d36-bfd3-b7b17a438369" providerId="AD" clId="Web-{95E83498-C9FC-A1A2-03B3-5395E5DA0943}" dt="2025-04-13T22:28:28.094" v="655"/>
        <pc:sldMkLst>
          <pc:docMk/>
          <pc:sldMk cId="2194962485" sldId="280"/>
        </pc:sldMkLst>
        <pc:spChg chg="mod">
          <ac:chgData name="Pauly, Joshua Frank" userId="S::jfp5940@psu.edu::e8b3e292-32bf-4d36-bfd3-b7b17a438369" providerId="AD" clId="Web-{95E83498-C9FC-A1A2-03B3-5395E5DA0943}" dt="2025-04-13T22:28:09.594" v="649" actId="20577"/>
          <ac:spMkLst>
            <pc:docMk/>
            <pc:sldMk cId="2194962485" sldId="280"/>
            <ac:spMk id="2" creationId="{9FE56B4D-4217-8F21-BE1B-684312A8D395}"/>
          </ac:spMkLst>
        </pc:spChg>
        <pc:spChg chg="mod">
          <ac:chgData name="Pauly, Joshua Frank" userId="S::jfp5940@psu.edu::e8b3e292-32bf-4d36-bfd3-b7b17a438369" providerId="AD" clId="Web-{95E83498-C9FC-A1A2-03B3-5395E5DA0943}" dt="2025-04-13T22:28:28.094" v="655"/>
          <ac:spMkLst>
            <pc:docMk/>
            <pc:sldMk cId="2194962485" sldId="280"/>
            <ac:spMk id="7" creationId="{EC4D941E-ABCC-0D07-1B3E-E153D9FF8465}"/>
          </ac:spMkLst>
        </pc:spChg>
        <pc:picChg chg="del">
          <ac:chgData name="Pauly, Joshua Frank" userId="S::jfp5940@psu.edu::e8b3e292-32bf-4d36-bfd3-b7b17a438369" providerId="AD" clId="Web-{95E83498-C9FC-A1A2-03B3-5395E5DA0943}" dt="2025-04-13T22:28:17.063" v="651"/>
          <ac:picMkLst>
            <pc:docMk/>
            <pc:sldMk cId="2194962485" sldId="280"/>
            <ac:picMk id="8" creationId="{A660B30A-14C4-B4A0-9B12-D9BE75AD0657}"/>
          </ac:picMkLst>
        </pc:picChg>
        <pc:picChg chg="del">
          <ac:chgData name="Pauly, Joshua Frank" userId="S::jfp5940@psu.edu::e8b3e292-32bf-4d36-bfd3-b7b17a438369" providerId="AD" clId="Web-{95E83498-C9FC-A1A2-03B3-5395E5DA0943}" dt="2025-04-13T22:28:17.063" v="650"/>
          <ac:picMkLst>
            <pc:docMk/>
            <pc:sldMk cId="2194962485" sldId="280"/>
            <ac:picMk id="12" creationId="{4C2C04C0-622B-B76C-61B6-F79423D35D04}"/>
          </ac:picMkLst>
        </pc:picChg>
      </pc:sldChg>
      <pc:sldChg chg="addSp delSp modSp add replId">
        <pc:chgData name="Pauly, Joshua Frank" userId="S::jfp5940@psu.edu::e8b3e292-32bf-4d36-bfd3-b7b17a438369" providerId="AD" clId="Web-{95E83498-C9FC-A1A2-03B3-5395E5DA0943}" dt="2025-04-13T22:50:50.301" v="1014" actId="20577"/>
        <pc:sldMkLst>
          <pc:docMk/>
          <pc:sldMk cId="140908346" sldId="281"/>
        </pc:sldMkLst>
        <pc:spChg chg="mod">
          <ac:chgData name="Pauly, Joshua Frank" userId="S::jfp5940@psu.edu::e8b3e292-32bf-4d36-bfd3-b7b17a438369" providerId="AD" clId="Web-{95E83498-C9FC-A1A2-03B3-5395E5DA0943}" dt="2025-04-13T22:50:50.301" v="1014" actId="20577"/>
          <ac:spMkLst>
            <pc:docMk/>
            <pc:sldMk cId="140908346" sldId="281"/>
            <ac:spMk id="2" creationId="{CC4D16B5-C173-C660-DEE1-90BCD12F9206}"/>
          </ac:spMkLst>
        </pc:spChg>
        <pc:spChg chg="del mod">
          <ac:chgData name="Pauly, Joshua Frank" userId="S::jfp5940@psu.edu::e8b3e292-32bf-4d36-bfd3-b7b17a438369" providerId="AD" clId="Web-{95E83498-C9FC-A1A2-03B3-5395E5DA0943}" dt="2025-04-13T22:50:37.895" v="1009"/>
          <ac:spMkLst>
            <pc:docMk/>
            <pc:sldMk cId="140908346" sldId="281"/>
            <ac:spMk id="7" creationId="{AE4B5E59-1022-8989-CADB-5BED4A5EAF8D}"/>
          </ac:spMkLst>
        </pc:spChg>
        <pc:picChg chg="add mod">
          <ac:chgData name="Pauly, Joshua Frank" userId="S::jfp5940@psu.edu::e8b3e292-32bf-4d36-bfd3-b7b17a438369" providerId="AD" clId="Web-{95E83498-C9FC-A1A2-03B3-5395E5DA0943}" dt="2025-04-13T22:29:46.628" v="692" actId="1076"/>
          <ac:picMkLst>
            <pc:docMk/>
            <pc:sldMk cId="140908346" sldId="281"/>
            <ac:picMk id="4" creationId="{A2E06F34-013D-355E-A22C-C35B71378807}"/>
          </ac:picMkLst>
        </pc:picChg>
      </pc:sldChg>
      <pc:sldChg chg="new del">
        <pc:chgData name="Pauly, Joshua Frank" userId="S::jfp5940@psu.edu::e8b3e292-32bf-4d36-bfd3-b7b17a438369" providerId="AD" clId="Web-{95E83498-C9FC-A1A2-03B3-5395E5DA0943}" dt="2025-04-13T22:28:55.329" v="659"/>
        <pc:sldMkLst>
          <pc:docMk/>
          <pc:sldMk cId="716200411" sldId="281"/>
        </pc:sldMkLst>
      </pc:sldChg>
      <pc:sldChg chg="addSp delSp modSp add replId">
        <pc:chgData name="Pauly, Joshua Frank" userId="S::jfp5940@psu.edu::e8b3e292-32bf-4d36-bfd3-b7b17a438369" providerId="AD" clId="Web-{95E83498-C9FC-A1A2-03B3-5395E5DA0943}" dt="2025-04-13T22:31:08.802" v="724" actId="1076"/>
        <pc:sldMkLst>
          <pc:docMk/>
          <pc:sldMk cId="3048477965" sldId="282"/>
        </pc:sldMkLst>
        <pc:spChg chg="mod">
          <ac:chgData name="Pauly, Joshua Frank" userId="S::jfp5940@psu.edu::e8b3e292-32bf-4d36-bfd3-b7b17a438369" providerId="AD" clId="Web-{95E83498-C9FC-A1A2-03B3-5395E5DA0943}" dt="2025-04-13T22:30:29.363" v="711" actId="20577"/>
          <ac:spMkLst>
            <pc:docMk/>
            <pc:sldMk cId="3048477965" sldId="282"/>
            <ac:spMk id="2" creationId="{DF0E7A25-FCD5-B007-382F-C6FF3887DA6A}"/>
          </ac:spMkLst>
        </pc:spChg>
        <pc:spChg chg="del mod">
          <ac:chgData name="Pauly, Joshua Frank" userId="S::jfp5940@psu.edu::e8b3e292-32bf-4d36-bfd3-b7b17a438369" providerId="AD" clId="Web-{95E83498-C9FC-A1A2-03B3-5395E5DA0943}" dt="2025-04-13T22:31:04.005" v="722"/>
          <ac:spMkLst>
            <pc:docMk/>
            <pc:sldMk cId="3048477965" sldId="282"/>
            <ac:spMk id="7" creationId="{0899CBDA-3CC7-1325-C486-475299DEED28}"/>
          </ac:spMkLst>
        </pc:spChg>
        <pc:picChg chg="del">
          <ac:chgData name="Pauly, Joshua Frank" userId="S::jfp5940@psu.edu::e8b3e292-32bf-4d36-bfd3-b7b17a438369" providerId="AD" clId="Web-{95E83498-C9FC-A1A2-03B3-5395E5DA0943}" dt="2025-04-13T22:30:38.770" v="714"/>
          <ac:picMkLst>
            <pc:docMk/>
            <pc:sldMk cId="3048477965" sldId="282"/>
            <ac:picMk id="4" creationId="{60518974-8254-5535-C740-84437FD0A0C2}"/>
          </ac:picMkLst>
        </pc:picChg>
        <pc:picChg chg="add mod">
          <ac:chgData name="Pauly, Joshua Frank" userId="S::jfp5940@psu.edu::e8b3e292-32bf-4d36-bfd3-b7b17a438369" providerId="AD" clId="Web-{95E83498-C9FC-A1A2-03B3-5395E5DA0943}" dt="2025-04-13T22:31:08.802" v="724" actId="1076"/>
          <ac:picMkLst>
            <pc:docMk/>
            <pc:sldMk cId="3048477965" sldId="282"/>
            <ac:picMk id="8" creationId="{8CFFD5BA-CBC5-86C0-1DB3-1DD3072B62C1}"/>
          </ac:picMkLst>
        </pc:picChg>
      </pc:sldChg>
      <pc:sldChg chg="addSp delSp modSp add replId">
        <pc:chgData name="Pauly, Joshua Frank" userId="S::jfp5940@psu.edu::e8b3e292-32bf-4d36-bfd3-b7b17a438369" providerId="AD" clId="Web-{95E83498-C9FC-A1A2-03B3-5395E5DA0943}" dt="2025-04-13T22:31:57.850" v="733" actId="14100"/>
        <pc:sldMkLst>
          <pc:docMk/>
          <pc:sldMk cId="2807041953" sldId="283"/>
        </pc:sldMkLst>
        <pc:spChg chg="mod">
          <ac:chgData name="Pauly, Joshua Frank" userId="S::jfp5940@psu.edu::e8b3e292-32bf-4d36-bfd3-b7b17a438369" providerId="AD" clId="Web-{95E83498-C9FC-A1A2-03B3-5395E5DA0943}" dt="2025-04-13T22:31:29.255" v="726" actId="20577"/>
          <ac:spMkLst>
            <pc:docMk/>
            <pc:sldMk cId="2807041953" sldId="283"/>
            <ac:spMk id="2" creationId="{471E9503-ADF9-EB74-DCB2-654E0139C76A}"/>
          </ac:spMkLst>
        </pc:spChg>
        <pc:picChg chg="add mod">
          <ac:chgData name="Pauly, Joshua Frank" userId="S::jfp5940@psu.edu::e8b3e292-32bf-4d36-bfd3-b7b17a438369" providerId="AD" clId="Web-{95E83498-C9FC-A1A2-03B3-5395E5DA0943}" dt="2025-04-13T22:31:57.850" v="733" actId="14100"/>
          <ac:picMkLst>
            <pc:docMk/>
            <pc:sldMk cId="2807041953" sldId="283"/>
            <ac:picMk id="4" creationId="{447106F6-D2D8-1868-B429-9F77523B71B6}"/>
          </ac:picMkLst>
        </pc:picChg>
        <pc:picChg chg="del">
          <ac:chgData name="Pauly, Joshua Frank" userId="S::jfp5940@psu.edu::e8b3e292-32bf-4d36-bfd3-b7b17a438369" providerId="AD" clId="Web-{95E83498-C9FC-A1A2-03B3-5395E5DA0943}" dt="2025-04-13T22:31:31.162" v="727"/>
          <ac:picMkLst>
            <pc:docMk/>
            <pc:sldMk cId="2807041953" sldId="283"/>
            <ac:picMk id="8" creationId="{F9ABF988-3B11-E210-D249-272466F3E7B6}"/>
          </ac:picMkLst>
        </pc:picChg>
      </pc:sldChg>
      <pc:sldChg chg="delSp modSp add ord replId">
        <pc:chgData name="Pauly, Joshua Frank" userId="S::jfp5940@psu.edu::e8b3e292-32bf-4d36-bfd3-b7b17a438369" providerId="AD" clId="Web-{95E83498-C9FC-A1A2-03B3-5395E5DA0943}" dt="2025-04-13T22:53:08.571" v="1119" actId="20577"/>
        <pc:sldMkLst>
          <pc:docMk/>
          <pc:sldMk cId="1950999101" sldId="284"/>
        </pc:sldMkLst>
        <pc:spChg chg="mod">
          <ac:chgData name="Pauly, Joshua Frank" userId="S::jfp5940@psu.edu::e8b3e292-32bf-4d36-bfd3-b7b17a438369" providerId="AD" clId="Web-{95E83498-C9FC-A1A2-03B3-5395E5DA0943}" dt="2025-04-13T22:32:28.851" v="747" actId="20577"/>
          <ac:spMkLst>
            <pc:docMk/>
            <pc:sldMk cId="1950999101" sldId="284"/>
            <ac:spMk id="2" creationId="{96FEDF57-0A5E-5195-BCBA-B0282315F7FD}"/>
          </ac:spMkLst>
        </pc:spChg>
        <pc:spChg chg="mod">
          <ac:chgData name="Pauly, Joshua Frank" userId="S::jfp5940@psu.edu::e8b3e292-32bf-4d36-bfd3-b7b17a438369" providerId="AD" clId="Web-{95E83498-C9FC-A1A2-03B3-5395E5DA0943}" dt="2025-04-13T22:53:08.571" v="1119" actId="20577"/>
          <ac:spMkLst>
            <pc:docMk/>
            <pc:sldMk cId="1950999101" sldId="284"/>
            <ac:spMk id="7" creationId="{8E0E7E93-AF4E-4E39-DDE6-74A784CB3813}"/>
          </ac:spMkLst>
        </pc:spChg>
        <pc:picChg chg="del">
          <ac:chgData name="Pauly, Joshua Frank" userId="S::jfp5940@psu.edu::e8b3e292-32bf-4d36-bfd3-b7b17a438369" providerId="AD" clId="Web-{95E83498-C9FC-A1A2-03B3-5395E5DA0943}" dt="2025-04-13T22:32:31.132" v="748"/>
          <ac:picMkLst>
            <pc:docMk/>
            <pc:sldMk cId="1950999101" sldId="284"/>
            <ac:picMk id="4" creationId="{C139614B-622E-E028-3A39-9DC416FAD379}"/>
          </ac:picMkLst>
        </pc:picChg>
      </pc:sldChg>
      <pc:sldChg chg="modSp add replId">
        <pc:chgData name="Pauly, Joshua Frank" userId="S::jfp5940@psu.edu::e8b3e292-32bf-4d36-bfd3-b7b17a438369" providerId="AD" clId="Web-{95E83498-C9FC-A1A2-03B3-5395E5DA0943}" dt="2025-04-13T22:38:12.203" v="993" actId="20577"/>
        <pc:sldMkLst>
          <pc:docMk/>
          <pc:sldMk cId="3054065561" sldId="285"/>
        </pc:sldMkLst>
        <pc:spChg chg="mod">
          <ac:chgData name="Pauly, Joshua Frank" userId="S::jfp5940@psu.edu::e8b3e292-32bf-4d36-bfd3-b7b17a438369" providerId="AD" clId="Web-{95E83498-C9FC-A1A2-03B3-5395E5DA0943}" dt="2025-04-13T22:35:10.621" v="890" actId="20577"/>
          <ac:spMkLst>
            <pc:docMk/>
            <pc:sldMk cId="3054065561" sldId="285"/>
            <ac:spMk id="2" creationId="{3A7F554B-2E4B-E4B1-C530-E01C83A77A94}"/>
          </ac:spMkLst>
        </pc:spChg>
        <pc:spChg chg="mod">
          <ac:chgData name="Pauly, Joshua Frank" userId="S::jfp5940@psu.edu::e8b3e292-32bf-4d36-bfd3-b7b17a438369" providerId="AD" clId="Web-{95E83498-C9FC-A1A2-03B3-5395E5DA0943}" dt="2025-04-13T22:38:12.203" v="993" actId="20577"/>
          <ac:spMkLst>
            <pc:docMk/>
            <pc:sldMk cId="3054065561" sldId="285"/>
            <ac:spMk id="7" creationId="{7E1F3776-25A6-644A-69BD-18B937AB58D0}"/>
          </ac:spMkLst>
        </pc:spChg>
      </pc:sldChg>
      <pc:sldChg chg="addSp modSp">
        <pc:chgData name="Pauly, Joshua Frank" userId="S::jfp5940@psu.edu::e8b3e292-32bf-4d36-bfd3-b7b17a438369" providerId="AD" clId="Web-{95E83498-C9FC-A1A2-03B3-5395E5DA0943}" dt="2025-04-13T22:59:58.316" v="1305" actId="20577"/>
        <pc:sldMkLst>
          <pc:docMk/>
          <pc:sldMk cId="1230459817" sldId="286"/>
        </pc:sldMkLst>
        <pc:spChg chg="mod">
          <ac:chgData name="Pauly, Joshua Frank" userId="S::jfp5940@psu.edu::e8b3e292-32bf-4d36-bfd3-b7b17a438369" providerId="AD" clId="Web-{95E83498-C9FC-A1A2-03B3-5395E5DA0943}" dt="2025-04-13T22:59:58.316" v="1305" actId="20577"/>
          <ac:spMkLst>
            <pc:docMk/>
            <pc:sldMk cId="1230459817" sldId="286"/>
            <ac:spMk id="7" creationId="{B6CBEEA4-BE26-E5C0-3671-91C1BDAC3883}"/>
          </ac:spMkLst>
        </pc:spChg>
        <pc:picChg chg="add mod">
          <ac:chgData name="Pauly, Joshua Frank" userId="S::jfp5940@psu.edu::e8b3e292-32bf-4d36-bfd3-b7b17a438369" providerId="AD" clId="Web-{95E83498-C9FC-A1A2-03B3-5395E5DA0943}" dt="2025-04-13T22:55:41.481" v="1123" actId="1076"/>
          <ac:picMkLst>
            <pc:docMk/>
            <pc:sldMk cId="1230459817" sldId="286"/>
            <ac:picMk id="8" creationId="{2FCCDFC4-0197-236C-1876-45E98C1BCCD9}"/>
          </ac:picMkLst>
        </pc:picChg>
        <pc:picChg chg="add mod">
          <ac:chgData name="Pauly, Joshua Frank" userId="S::jfp5940@psu.edu::e8b3e292-32bf-4d36-bfd3-b7b17a438369" providerId="AD" clId="Web-{95E83498-C9FC-A1A2-03B3-5395E5DA0943}" dt="2025-04-13T22:57:13.749" v="1148" actId="1076"/>
          <ac:picMkLst>
            <pc:docMk/>
            <pc:sldMk cId="1230459817" sldId="286"/>
            <ac:picMk id="9" creationId="{07D3DDCC-6B79-D71D-C917-839813DE3418}"/>
          </ac:picMkLst>
        </pc:picChg>
      </pc:sldChg>
      <pc:sldChg chg="modSp add replId">
        <pc:chgData name="Pauly, Joshua Frank" userId="S::jfp5940@psu.edu::e8b3e292-32bf-4d36-bfd3-b7b17a438369" providerId="AD" clId="Web-{95E83498-C9FC-A1A2-03B3-5395E5DA0943}" dt="2025-04-13T22:50:07.191" v="1006" actId="20577"/>
        <pc:sldMkLst>
          <pc:docMk/>
          <pc:sldMk cId="3801989297" sldId="287"/>
        </pc:sldMkLst>
        <pc:spChg chg="mod">
          <ac:chgData name="Pauly, Joshua Frank" userId="S::jfp5940@psu.edu::e8b3e292-32bf-4d36-bfd3-b7b17a438369" providerId="AD" clId="Web-{95E83498-C9FC-A1A2-03B3-5395E5DA0943}" dt="2025-04-13T22:49:52.284" v="1003" actId="20577"/>
          <ac:spMkLst>
            <pc:docMk/>
            <pc:sldMk cId="3801989297" sldId="287"/>
            <ac:spMk id="2" creationId="{FF83BA28-C2C1-52D9-981E-D55FCBEC8F33}"/>
          </ac:spMkLst>
        </pc:spChg>
        <pc:spChg chg="mod">
          <ac:chgData name="Pauly, Joshua Frank" userId="S::jfp5940@psu.edu::e8b3e292-32bf-4d36-bfd3-b7b17a438369" providerId="AD" clId="Web-{95E83498-C9FC-A1A2-03B3-5395E5DA0943}" dt="2025-04-13T22:50:07.191" v="1006" actId="20577"/>
          <ac:spMkLst>
            <pc:docMk/>
            <pc:sldMk cId="3801989297" sldId="287"/>
            <ac:spMk id="3" creationId="{0E8A678F-3B6E-C82D-FBB5-2529506EEE53}"/>
          </ac:spMkLst>
        </pc:spChg>
      </pc:sldChg>
      <pc:sldChg chg="modSp add replId">
        <pc:chgData name="Pauly, Joshua Frank" userId="S::jfp5940@psu.edu::e8b3e292-32bf-4d36-bfd3-b7b17a438369" providerId="AD" clId="Web-{95E83498-C9FC-A1A2-03B3-5395E5DA0943}" dt="2025-04-13T23:32:28.539" v="1376" actId="20577"/>
        <pc:sldMkLst>
          <pc:docMk/>
          <pc:sldMk cId="1991248996" sldId="288"/>
        </pc:sldMkLst>
        <pc:spChg chg="mod">
          <ac:chgData name="Pauly, Joshua Frank" userId="S::jfp5940@psu.edu::e8b3e292-32bf-4d36-bfd3-b7b17a438369" providerId="AD" clId="Web-{95E83498-C9FC-A1A2-03B3-5395E5DA0943}" dt="2025-04-13T23:01:51.850" v="1310" actId="20577"/>
          <ac:spMkLst>
            <pc:docMk/>
            <pc:sldMk cId="1991248996" sldId="288"/>
            <ac:spMk id="2" creationId="{8B5A01D4-14B1-3208-3395-CB8ABCB8DED8}"/>
          </ac:spMkLst>
        </pc:spChg>
        <pc:spChg chg="mod">
          <ac:chgData name="Pauly, Joshua Frank" userId="S::jfp5940@psu.edu::e8b3e292-32bf-4d36-bfd3-b7b17a438369" providerId="AD" clId="Web-{95E83498-C9FC-A1A2-03B3-5395E5DA0943}" dt="2025-04-13T23:32:28.539" v="1376" actId="20577"/>
          <ac:spMkLst>
            <pc:docMk/>
            <pc:sldMk cId="1991248996" sldId="288"/>
            <ac:spMk id="7" creationId="{24DA9B59-336F-B4E9-910E-C66905F18B6D}"/>
          </ac:spMkLst>
        </pc:spChg>
      </pc:sldChg>
      <pc:sldChg chg="add del replId">
        <pc:chgData name="Pauly, Joshua Frank" userId="S::jfp5940@psu.edu::e8b3e292-32bf-4d36-bfd3-b7b17a438369" providerId="AD" clId="Web-{95E83498-C9FC-A1A2-03B3-5395E5DA0943}" dt="2025-04-13T23:02:12.179" v="1315"/>
        <pc:sldMkLst>
          <pc:docMk/>
          <pc:sldMk cId="127936733" sldId="289"/>
        </pc:sldMkLst>
      </pc:sldChg>
      <pc:sldChg chg="addSp delSp modSp add replId">
        <pc:chgData name="Pauly, Joshua Frank" userId="S::jfp5940@psu.edu::e8b3e292-32bf-4d36-bfd3-b7b17a438369" providerId="AD" clId="Web-{95E83498-C9FC-A1A2-03B3-5395E5DA0943}" dt="2025-04-13T23:06:40.139" v="1335" actId="14100"/>
        <pc:sldMkLst>
          <pc:docMk/>
          <pc:sldMk cId="456852254" sldId="289"/>
        </pc:sldMkLst>
        <pc:spChg chg="mod">
          <ac:chgData name="Pauly, Joshua Frank" userId="S::jfp5940@psu.edu::e8b3e292-32bf-4d36-bfd3-b7b17a438369" providerId="AD" clId="Web-{95E83498-C9FC-A1A2-03B3-5395E5DA0943}" dt="2025-04-13T23:05:29.684" v="1326" actId="20577"/>
          <ac:spMkLst>
            <pc:docMk/>
            <pc:sldMk cId="456852254" sldId="289"/>
            <ac:spMk id="2" creationId="{353A7D55-13FF-8E6C-03EB-E0D6F007D5D4}"/>
          </ac:spMkLst>
        </pc:spChg>
        <pc:spChg chg="del">
          <ac:chgData name="Pauly, Joshua Frank" userId="S::jfp5940@psu.edu::e8b3e292-32bf-4d36-bfd3-b7b17a438369" providerId="AD" clId="Web-{95E83498-C9FC-A1A2-03B3-5395E5DA0943}" dt="2025-04-13T23:04:07.166" v="1320"/>
          <ac:spMkLst>
            <pc:docMk/>
            <pc:sldMk cId="456852254" sldId="289"/>
            <ac:spMk id="7" creationId="{64BCD584-BA73-C9AE-C972-23882F1AC8E7}"/>
          </ac:spMkLst>
        </pc:spChg>
        <pc:picChg chg="add mod">
          <ac:chgData name="Pauly, Joshua Frank" userId="S::jfp5940@psu.edu::e8b3e292-32bf-4d36-bfd3-b7b17a438369" providerId="AD" clId="Web-{95E83498-C9FC-A1A2-03B3-5395E5DA0943}" dt="2025-04-13T23:06:40.139" v="1335" actId="14100"/>
          <ac:picMkLst>
            <pc:docMk/>
            <pc:sldMk cId="456852254" sldId="289"/>
            <ac:picMk id="4" creationId="{598703A0-75E2-0D3F-2764-7E54612810A5}"/>
          </ac:picMkLst>
        </pc:picChg>
      </pc:sldChg>
      <pc:sldChg chg="addSp modSp add replId">
        <pc:chgData name="Pauly, Joshua Frank" userId="S::jfp5940@psu.edu::e8b3e292-32bf-4d36-bfd3-b7b17a438369" providerId="AD" clId="Web-{95E83498-C9FC-A1A2-03B3-5395E5DA0943}" dt="2025-04-13T23:07:08.405" v="1339" actId="14100"/>
        <pc:sldMkLst>
          <pc:docMk/>
          <pc:sldMk cId="3631562637" sldId="290"/>
        </pc:sldMkLst>
        <pc:spChg chg="mod">
          <ac:chgData name="Pauly, Joshua Frank" userId="S::jfp5940@psu.edu::e8b3e292-32bf-4d36-bfd3-b7b17a438369" providerId="AD" clId="Web-{95E83498-C9FC-A1A2-03B3-5395E5DA0943}" dt="2025-04-13T23:05:40.497" v="1330" actId="20577"/>
          <ac:spMkLst>
            <pc:docMk/>
            <pc:sldMk cId="3631562637" sldId="290"/>
            <ac:spMk id="2" creationId="{0B58DDFC-D039-512E-BFA1-4E5A28638E27}"/>
          </ac:spMkLst>
        </pc:spChg>
        <pc:picChg chg="add mod">
          <ac:chgData name="Pauly, Joshua Frank" userId="S::jfp5940@psu.edu::e8b3e292-32bf-4d36-bfd3-b7b17a438369" providerId="AD" clId="Web-{95E83498-C9FC-A1A2-03B3-5395E5DA0943}" dt="2025-04-13T23:07:08.405" v="1339" actId="14100"/>
          <ac:picMkLst>
            <pc:docMk/>
            <pc:sldMk cId="3631562637" sldId="290"/>
            <ac:picMk id="4" creationId="{551837A8-4026-B558-88D4-01CDC390825A}"/>
          </ac:picMkLst>
        </pc:picChg>
      </pc:sldChg>
    </pc:docChg>
  </pc:docChgLst>
  <pc:docChgLst>
    <pc:chgData name="Mojena Carrazana, Dagmar" userId="8e71cb39-8cd4-4325-b3ea-54b8d16474c2" providerId="ADAL" clId="{C26B2084-C7FC-489E-BA4F-910C5671DE9F}"/>
    <pc:docChg chg="undo custSel addSld modSld sldOrd">
      <pc:chgData name="Mojena Carrazana, Dagmar" userId="8e71cb39-8cd4-4325-b3ea-54b8d16474c2" providerId="ADAL" clId="{C26B2084-C7FC-489E-BA4F-910C5671DE9F}" dt="2025-04-14T01:46:34.900" v="1256" actId="20577"/>
      <pc:docMkLst>
        <pc:docMk/>
      </pc:docMkLst>
      <pc:sldChg chg="modSp mod">
        <pc:chgData name="Mojena Carrazana, Dagmar" userId="8e71cb39-8cd4-4325-b3ea-54b8d16474c2" providerId="ADAL" clId="{C26B2084-C7FC-489E-BA4F-910C5671DE9F}" dt="2025-04-13T22:05:30.356" v="10" actId="1076"/>
        <pc:sldMkLst>
          <pc:docMk/>
          <pc:sldMk cId="109857222" sldId="256"/>
        </pc:sldMkLst>
        <pc:spChg chg="mod">
          <ac:chgData name="Mojena Carrazana, Dagmar" userId="8e71cb39-8cd4-4325-b3ea-54b8d16474c2" providerId="ADAL" clId="{C26B2084-C7FC-489E-BA4F-910C5671DE9F}" dt="2025-04-13T22:05:30.356" v="10" actId="1076"/>
          <ac:spMkLst>
            <pc:docMk/>
            <pc:sldMk cId="109857222" sldId="256"/>
            <ac:spMk id="2" creationId="{00000000-0000-0000-0000-000000000000}"/>
          </ac:spMkLst>
        </pc:spChg>
      </pc:sldChg>
      <pc:sldChg chg="modSp mod">
        <pc:chgData name="Mojena Carrazana, Dagmar" userId="8e71cb39-8cd4-4325-b3ea-54b8d16474c2" providerId="ADAL" clId="{C26B2084-C7FC-489E-BA4F-910C5671DE9F}" dt="2025-04-14T01:46:34.900" v="1256" actId="20577"/>
        <pc:sldMkLst>
          <pc:docMk/>
          <pc:sldMk cId="3970635970" sldId="257"/>
        </pc:sldMkLst>
        <pc:spChg chg="mod">
          <ac:chgData name="Mojena Carrazana, Dagmar" userId="8e71cb39-8cd4-4325-b3ea-54b8d16474c2" providerId="ADAL" clId="{C26B2084-C7FC-489E-BA4F-910C5671DE9F}" dt="2025-04-13T22:17:29.199" v="12" actId="1076"/>
          <ac:spMkLst>
            <pc:docMk/>
            <pc:sldMk cId="3970635970" sldId="257"/>
            <ac:spMk id="2" creationId="{501A9043-5C7C-D176-A429-4F07FE441C3E}"/>
          </ac:spMkLst>
        </pc:spChg>
        <pc:spChg chg="mod">
          <ac:chgData name="Mojena Carrazana, Dagmar" userId="8e71cb39-8cd4-4325-b3ea-54b8d16474c2" providerId="ADAL" clId="{C26B2084-C7FC-489E-BA4F-910C5671DE9F}" dt="2025-04-14T01:46:34.900" v="1256" actId="20577"/>
          <ac:spMkLst>
            <pc:docMk/>
            <pc:sldMk cId="3970635970" sldId="257"/>
            <ac:spMk id="3" creationId="{0645C3E4-2472-DEC1-E06F-E4A02A7990D5}"/>
          </ac:spMkLst>
        </pc:spChg>
      </pc:sldChg>
      <pc:sldChg chg="modSp mod">
        <pc:chgData name="Mojena Carrazana, Dagmar" userId="8e71cb39-8cd4-4325-b3ea-54b8d16474c2" providerId="ADAL" clId="{C26B2084-C7FC-489E-BA4F-910C5671DE9F}" dt="2025-04-13T21:47:35.841" v="2" actId="14100"/>
        <pc:sldMkLst>
          <pc:docMk/>
          <pc:sldMk cId="576656499" sldId="264"/>
        </pc:sldMkLst>
        <pc:spChg chg="mod">
          <ac:chgData name="Mojena Carrazana, Dagmar" userId="8e71cb39-8cd4-4325-b3ea-54b8d16474c2" providerId="ADAL" clId="{C26B2084-C7FC-489E-BA4F-910C5671DE9F}" dt="2025-04-13T21:47:35.841" v="2" actId="14100"/>
          <ac:spMkLst>
            <pc:docMk/>
            <pc:sldMk cId="576656499" sldId="264"/>
            <ac:spMk id="3" creationId="{E75FD067-85C6-9DCF-7C26-E017136F9CE1}"/>
          </ac:spMkLst>
        </pc:spChg>
      </pc:sldChg>
      <pc:sldChg chg="modSp mod">
        <pc:chgData name="Mojena Carrazana, Dagmar" userId="8e71cb39-8cd4-4325-b3ea-54b8d16474c2" providerId="ADAL" clId="{C26B2084-C7FC-489E-BA4F-910C5671DE9F}" dt="2025-04-13T21:58:11.354" v="9" actId="20577"/>
        <pc:sldMkLst>
          <pc:docMk/>
          <pc:sldMk cId="3395126143" sldId="267"/>
        </pc:sldMkLst>
        <pc:spChg chg="mod">
          <ac:chgData name="Mojena Carrazana, Dagmar" userId="8e71cb39-8cd4-4325-b3ea-54b8d16474c2" providerId="ADAL" clId="{C26B2084-C7FC-489E-BA4F-910C5671DE9F}" dt="2025-04-13T21:58:11.354" v="9" actId="20577"/>
          <ac:spMkLst>
            <pc:docMk/>
            <pc:sldMk cId="3395126143" sldId="267"/>
            <ac:spMk id="3" creationId="{80221178-9C7B-991B-7637-A59C2B60ABB3}"/>
          </ac:spMkLst>
        </pc:spChg>
      </pc:sldChg>
      <pc:sldChg chg="modSp mod">
        <pc:chgData name="Mojena Carrazana, Dagmar" userId="8e71cb39-8cd4-4325-b3ea-54b8d16474c2" providerId="ADAL" clId="{C26B2084-C7FC-489E-BA4F-910C5671DE9F}" dt="2025-04-13T21:48:24.520" v="7" actId="20577"/>
        <pc:sldMkLst>
          <pc:docMk/>
          <pc:sldMk cId="2031147553" sldId="270"/>
        </pc:sldMkLst>
        <pc:spChg chg="mod">
          <ac:chgData name="Mojena Carrazana, Dagmar" userId="8e71cb39-8cd4-4325-b3ea-54b8d16474c2" providerId="ADAL" clId="{C26B2084-C7FC-489E-BA4F-910C5671DE9F}" dt="2025-04-13T21:48:24.520" v="7" actId="20577"/>
          <ac:spMkLst>
            <pc:docMk/>
            <pc:sldMk cId="2031147553" sldId="270"/>
            <ac:spMk id="2" creationId="{751A2B1E-8A16-E638-30F1-FF3EFCD2F054}"/>
          </ac:spMkLst>
        </pc:spChg>
      </pc:sldChg>
      <pc:sldChg chg="modSp mod">
        <pc:chgData name="Mojena Carrazana, Dagmar" userId="8e71cb39-8cd4-4325-b3ea-54b8d16474c2" providerId="ADAL" clId="{C26B2084-C7FC-489E-BA4F-910C5671DE9F}" dt="2025-04-13T21:47:52.990" v="3" actId="20577"/>
        <pc:sldMkLst>
          <pc:docMk/>
          <pc:sldMk cId="2654189606" sldId="271"/>
        </pc:sldMkLst>
        <pc:spChg chg="mod">
          <ac:chgData name="Mojena Carrazana, Dagmar" userId="8e71cb39-8cd4-4325-b3ea-54b8d16474c2" providerId="ADAL" clId="{C26B2084-C7FC-489E-BA4F-910C5671DE9F}" dt="2025-04-13T21:47:52.990" v="3" actId="20577"/>
          <ac:spMkLst>
            <pc:docMk/>
            <pc:sldMk cId="2654189606" sldId="271"/>
            <ac:spMk id="2" creationId="{F988B1DC-7DAF-C089-888A-AFF22C7E9CAE}"/>
          </ac:spMkLst>
        </pc:spChg>
      </pc:sldChg>
      <pc:sldChg chg="modSp mod">
        <pc:chgData name="Mojena Carrazana, Dagmar" userId="8e71cb39-8cd4-4325-b3ea-54b8d16474c2" providerId="ADAL" clId="{C26B2084-C7FC-489E-BA4F-910C5671DE9F}" dt="2025-04-13T23:54:36.724" v="688" actId="5793"/>
        <pc:sldMkLst>
          <pc:docMk/>
          <pc:sldMk cId="1764528217" sldId="273"/>
        </pc:sldMkLst>
        <pc:spChg chg="mod">
          <ac:chgData name="Mojena Carrazana, Dagmar" userId="8e71cb39-8cd4-4325-b3ea-54b8d16474c2" providerId="ADAL" clId="{C26B2084-C7FC-489E-BA4F-910C5671DE9F}" dt="2025-04-13T23:54:36.724" v="688" actId="5793"/>
          <ac:spMkLst>
            <pc:docMk/>
            <pc:sldMk cId="1764528217" sldId="273"/>
            <ac:spMk id="3" creationId="{A2B35A45-EA38-1544-CCC7-00C0212EAD74}"/>
          </ac:spMkLst>
        </pc:spChg>
      </pc:sldChg>
      <pc:sldChg chg="modSp mod">
        <pc:chgData name="Mojena Carrazana, Dagmar" userId="8e71cb39-8cd4-4325-b3ea-54b8d16474c2" providerId="ADAL" clId="{C26B2084-C7FC-489E-BA4F-910C5671DE9F}" dt="2025-04-14T00:51:03.059" v="1249" actId="20577"/>
        <pc:sldMkLst>
          <pc:docMk/>
          <pc:sldMk cId="2940765692" sldId="277"/>
        </pc:sldMkLst>
        <pc:spChg chg="mod">
          <ac:chgData name="Mojena Carrazana, Dagmar" userId="8e71cb39-8cd4-4325-b3ea-54b8d16474c2" providerId="ADAL" clId="{C26B2084-C7FC-489E-BA4F-910C5671DE9F}" dt="2025-04-14T00:51:03.059" v="1249" actId="20577"/>
          <ac:spMkLst>
            <pc:docMk/>
            <pc:sldMk cId="2940765692" sldId="277"/>
            <ac:spMk id="7" creationId="{0185F036-4D6D-02B1-5229-16E1283901C0}"/>
          </ac:spMkLst>
        </pc:spChg>
        <pc:picChg chg="mod">
          <ac:chgData name="Mojena Carrazana, Dagmar" userId="8e71cb39-8cd4-4325-b3ea-54b8d16474c2" providerId="ADAL" clId="{C26B2084-C7FC-489E-BA4F-910C5671DE9F}" dt="2025-04-14T00:50:26.786" v="1212" actId="1076"/>
          <ac:picMkLst>
            <pc:docMk/>
            <pc:sldMk cId="2940765692" sldId="277"/>
            <ac:picMk id="9" creationId="{84A8EA9C-D4AB-F149-1982-D660C8349A34}"/>
          </ac:picMkLst>
        </pc:picChg>
        <pc:picChg chg="mod">
          <ac:chgData name="Mojena Carrazana, Dagmar" userId="8e71cb39-8cd4-4325-b3ea-54b8d16474c2" providerId="ADAL" clId="{C26B2084-C7FC-489E-BA4F-910C5671DE9F}" dt="2025-04-14T00:50:25.485" v="1211" actId="1076"/>
          <ac:picMkLst>
            <pc:docMk/>
            <pc:sldMk cId="2940765692" sldId="277"/>
            <ac:picMk id="11" creationId="{E758DC9C-C7E6-A183-1E61-B07FD68F24FB}"/>
          </ac:picMkLst>
        </pc:picChg>
      </pc:sldChg>
      <pc:sldChg chg="delSp modSp mod">
        <pc:chgData name="Mojena Carrazana, Dagmar" userId="8e71cb39-8cd4-4325-b3ea-54b8d16474c2" providerId="ADAL" clId="{C26B2084-C7FC-489E-BA4F-910C5671DE9F}" dt="2025-04-14T00:54:11.298" v="1255" actId="20577"/>
        <pc:sldMkLst>
          <pc:docMk/>
          <pc:sldMk cId="4045277305" sldId="278"/>
        </pc:sldMkLst>
        <pc:spChg chg="mod">
          <ac:chgData name="Mojena Carrazana, Dagmar" userId="8e71cb39-8cd4-4325-b3ea-54b8d16474c2" providerId="ADAL" clId="{C26B2084-C7FC-489E-BA4F-910C5671DE9F}" dt="2025-04-14T00:54:11.298" v="1255" actId="20577"/>
          <ac:spMkLst>
            <pc:docMk/>
            <pc:sldMk cId="4045277305" sldId="278"/>
            <ac:spMk id="7" creationId="{29412D9F-A793-B626-B5DA-814307BBB956}"/>
          </ac:spMkLst>
        </pc:spChg>
        <pc:picChg chg="del mod">
          <ac:chgData name="Mojena Carrazana, Dagmar" userId="8e71cb39-8cd4-4325-b3ea-54b8d16474c2" providerId="ADAL" clId="{C26B2084-C7FC-489E-BA4F-910C5671DE9F}" dt="2025-04-14T00:07:10.658" v="1040" actId="478"/>
          <ac:picMkLst>
            <pc:docMk/>
            <pc:sldMk cId="4045277305" sldId="278"/>
            <ac:picMk id="9" creationId="{644EFEDD-E005-26AC-6A47-662FC6E1359C}"/>
          </ac:picMkLst>
        </pc:picChg>
        <pc:picChg chg="del">
          <ac:chgData name="Mojena Carrazana, Dagmar" userId="8e71cb39-8cd4-4325-b3ea-54b8d16474c2" providerId="ADAL" clId="{C26B2084-C7FC-489E-BA4F-910C5671DE9F}" dt="2025-04-14T00:07:11.113" v="1041" actId="478"/>
          <ac:picMkLst>
            <pc:docMk/>
            <pc:sldMk cId="4045277305" sldId="278"/>
            <ac:picMk id="11" creationId="{27D98119-5385-7B4C-5459-B9B32DBF271D}"/>
          </ac:picMkLst>
        </pc:picChg>
      </pc:sldChg>
      <pc:sldChg chg="modSp mod">
        <pc:chgData name="Mojena Carrazana, Dagmar" userId="8e71cb39-8cd4-4325-b3ea-54b8d16474c2" providerId="ADAL" clId="{C26B2084-C7FC-489E-BA4F-910C5671DE9F}" dt="2025-04-14T00:04:51.691" v="1028" actId="14100"/>
        <pc:sldMkLst>
          <pc:docMk/>
          <pc:sldMk cId="2836005389" sldId="279"/>
        </pc:sldMkLst>
        <pc:spChg chg="mod">
          <ac:chgData name="Mojena Carrazana, Dagmar" userId="8e71cb39-8cd4-4325-b3ea-54b8d16474c2" providerId="ADAL" clId="{C26B2084-C7FC-489E-BA4F-910C5671DE9F}" dt="2025-04-14T00:04:44.319" v="1027" actId="1076"/>
          <ac:spMkLst>
            <pc:docMk/>
            <pc:sldMk cId="2836005389" sldId="279"/>
            <ac:spMk id="7" creationId="{9DAD8379-3147-B9B5-674B-06D8FED606FD}"/>
          </ac:spMkLst>
        </pc:spChg>
        <pc:picChg chg="mod">
          <ac:chgData name="Mojena Carrazana, Dagmar" userId="8e71cb39-8cd4-4325-b3ea-54b8d16474c2" providerId="ADAL" clId="{C26B2084-C7FC-489E-BA4F-910C5671DE9F}" dt="2025-04-14T00:04:51.691" v="1028" actId="14100"/>
          <ac:picMkLst>
            <pc:docMk/>
            <pc:sldMk cId="2836005389" sldId="279"/>
            <ac:picMk id="8" creationId="{5F2C496D-588A-26CD-FCE1-27B7C89ACC31}"/>
          </ac:picMkLst>
        </pc:picChg>
        <pc:picChg chg="mod">
          <ac:chgData name="Mojena Carrazana, Dagmar" userId="8e71cb39-8cd4-4325-b3ea-54b8d16474c2" providerId="ADAL" clId="{C26B2084-C7FC-489E-BA4F-910C5671DE9F}" dt="2025-04-14T00:04:51.691" v="1028" actId="14100"/>
          <ac:picMkLst>
            <pc:docMk/>
            <pc:sldMk cId="2836005389" sldId="279"/>
            <ac:picMk id="12" creationId="{374D1E56-B293-6A9F-2908-AEDFD10CCA57}"/>
          </ac:picMkLst>
        </pc:picChg>
      </pc:sldChg>
      <pc:sldChg chg="modSp mod">
        <pc:chgData name="Mojena Carrazana, Dagmar" userId="8e71cb39-8cd4-4325-b3ea-54b8d16474c2" providerId="ADAL" clId="{C26B2084-C7FC-489E-BA4F-910C5671DE9F}" dt="2025-04-14T00:26:36.546" v="1131" actId="20577"/>
        <pc:sldMkLst>
          <pc:docMk/>
          <pc:sldMk cId="2194962485" sldId="280"/>
        </pc:sldMkLst>
        <pc:spChg chg="mod">
          <ac:chgData name="Mojena Carrazana, Dagmar" userId="8e71cb39-8cd4-4325-b3ea-54b8d16474c2" providerId="ADAL" clId="{C26B2084-C7FC-489E-BA4F-910C5671DE9F}" dt="2025-04-14T00:26:36.546" v="1131" actId="20577"/>
          <ac:spMkLst>
            <pc:docMk/>
            <pc:sldMk cId="2194962485" sldId="280"/>
            <ac:spMk id="7" creationId="{EC4D941E-ABCC-0D07-1B3E-E153D9FF8465}"/>
          </ac:spMkLst>
        </pc:spChg>
      </pc:sldChg>
      <pc:sldChg chg="modSp mod">
        <pc:chgData name="Mojena Carrazana, Dagmar" userId="8e71cb39-8cd4-4325-b3ea-54b8d16474c2" providerId="ADAL" clId="{C26B2084-C7FC-489E-BA4F-910C5671DE9F}" dt="2025-04-13T23:25:47.747" v="439" actId="1076"/>
        <pc:sldMkLst>
          <pc:docMk/>
          <pc:sldMk cId="140908346" sldId="281"/>
        </pc:sldMkLst>
        <pc:spChg chg="mod">
          <ac:chgData name="Mojena Carrazana, Dagmar" userId="8e71cb39-8cd4-4325-b3ea-54b8d16474c2" providerId="ADAL" clId="{C26B2084-C7FC-489E-BA4F-910C5671DE9F}" dt="2025-04-13T22:39:06.219" v="364" actId="20577"/>
          <ac:spMkLst>
            <pc:docMk/>
            <pc:sldMk cId="140908346" sldId="281"/>
            <ac:spMk id="2" creationId="{CC4D16B5-C173-C660-DEE1-90BCD12F9206}"/>
          </ac:spMkLst>
        </pc:spChg>
        <pc:spChg chg="mod">
          <ac:chgData name="Mojena Carrazana, Dagmar" userId="8e71cb39-8cd4-4325-b3ea-54b8d16474c2" providerId="ADAL" clId="{C26B2084-C7FC-489E-BA4F-910C5671DE9F}" dt="2025-04-13T22:43:34.560" v="407" actId="20577"/>
          <ac:spMkLst>
            <pc:docMk/>
            <pc:sldMk cId="140908346" sldId="281"/>
            <ac:spMk id="7" creationId="{AE4B5E59-1022-8989-CADB-5BED4A5EAF8D}"/>
          </ac:spMkLst>
        </pc:spChg>
        <pc:picChg chg="mod">
          <ac:chgData name="Mojena Carrazana, Dagmar" userId="8e71cb39-8cd4-4325-b3ea-54b8d16474c2" providerId="ADAL" clId="{C26B2084-C7FC-489E-BA4F-910C5671DE9F}" dt="2025-04-13T23:25:47.747" v="439" actId="1076"/>
          <ac:picMkLst>
            <pc:docMk/>
            <pc:sldMk cId="140908346" sldId="281"/>
            <ac:picMk id="4" creationId="{A2E06F34-013D-355E-A22C-C35B71378807}"/>
          </ac:picMkLst>
        </pc:picChg>
      </pc:sldChg>
      <pc:sldChg chg="modSp mod">
        <pc:chgData name="Mojena Carrazana, Dagmar" userId="8e71cb39-8cd4-4325-b3ea-54b8d16474c2" providerId="ADAL" clId="{C26B2084-C7FC-489E-BA4F-910C5671DE9F}" dt="2025-04-13T22:40:33.376" v="366" actId="20577"/>
        <pc:sldMkLst>
          <pc:docMk/>
          <pc:sldMk cId="1950999101" sldId="284"/>
        </pc:sldMkLst>
        <pc:spChg chg="mod">
          <ac:chgData name="Mojena Carrazana, Dagmar" userId="8e71cb39-8cd4-4325-b3ea-54b8d16474c2" providerId="ADAL" clId="{C26B2084-C7FC-489E-BA4F-910C5671DE9F}" dt="2025-04-13T22:40:33.376" v="366" actId="20577"/>
          <ac:spMkLst>
            <pc:docMk/>
            <pc:sldMk cId="1950999101" sldId="284"/>
            <ac:spMk id="7" creationId="{8E0E7E93-AF4E-4E39-DDE6-74A784CB3813}"/>
          </ac:spMkLst>
        </pc:spChg>
      </pc:sldChg>
      <pc:sldChg chg="delSp modSp add mod ord">
        <pc:chgData name="Mojena Carrazana, Dagmar" userId="8e71cb39-8cd4-4325-b3ea-54b8d16474c2" providerId="ADAL" clId="{C26B2084-C7FC-489E-BA4F-910C5671DE9F}" dt="2025-04-13T22:44:50.344" v="421" actId="1076"/>
        <pc:sldMkLst>
          <pc:docMk/>
          <pc:sldMk cId="1230459817" sldId="286"/>
        </pc:sldMkLst>
        <pc:spChg chg="mod">
          <ac:chgData name="Mojena Carrazana, Dagmar" userId="8e71cb39-8cd4-4325-b3ea-54b8d16474c2" providerId="ADAL" clId="{C26B2084-C7FC-489E-BA4F-910C5671DE9F}" dt="2025-04-13T22:44:45.983" v="420" actId="20577"/>
          <ac:spMkLst>
            <pc:docMk/>
            <pc:sldMk cId="1230459817" sldId="286"/>
            <ac:spMk id="2" creationId="{5CE3ECF6-878E-0D9A-B22D-6EBB44C5FBFB}"/>
          </ac:spMkLst>
        </pc:spChg>
        <pc:spChg chg="mod">
          <ac:chgData name="Mojena Carrazana, Dagmar" userId="8e71cb39-8cd4-4325-b3ea-54b8d16474c2" providerId="ADAL" clId="{C26B2084-C7FC-489E-BA4F-910C5671DE9F}" dt="2025-04-13T22:44:50.344" v="421" actId="1076"/>
          <ac:spMkLst>
            <pc:docMk/>
            <pc:sldMk cId="1230459817" sldId="286"/>
            <ac:spMk id="7" creationId="{B6CBEEA4-BE26-E5C0-3671-91C1BDAC3883}"/>
          </ac:spMkLst>
        </pc:spChg>
        <pc:picChg chg="del">
          <ac:chgData name="Mojena Carrazana, Dagmar" userId="8e71cb39-8cd4-4325-b3ea-54b8d16474c2" providerId="ADAL" clId="{C26B2084-C7FC-489E-BA4F-910C5671DE9F}" dt="2025-04-13T22:44:38.354" v="411" actId="478"/>
          <ac:picMkLst>
            <pc:docMk/>
            <pc:sldMk cId="1230459817" sldId="286"/>
            <ac:picMk id="4" creationId="{9D086D07-A7B6-270B-98BD-CE0A00AD72BE}"/>
          </ac:picMkLst>
        </pc:picChg>
      </pc:sldChg>
      <pc:sldChg chg="modSp mod">
        <pc:chgData name="Mojena Carrazana, Dagmar" userId="8e71cb39-8cd4-4325-b3ea-54b8d16474c2" providerId="ADAL" clId="{C26B2084-C7FC-489E-BA4F-910C5671DE9F}" dt="2025-04-13T23:49:56.214" v="609" actId="20577"/>
        <pc:sldMkLst>
          <pc:docMk/>
          <pc:sldMk cId="3801989297" sldId="287"/>
        </pc:sldMkLst>
        <pc:spChg chg="mod">
          <ac:chgData name="Mojena Carrazana, Dagmar" userId="8e71cb39-8cd4-4325-b3ea-54b8d16474c2" providerId="ADAL" clId="{C26B2084-C7FC-489E-BA4F-910C5671DE9F}" dt="2025-04-13T23:49:56.214" v="609" actId="20577"/>
          <ac:spMkLst>
            <pc:docMk/>
            <pc:sldMk cId="3801989297" sldId="287"/>
            <ac:spMk id="3" creationId="{0E8A678F-3B6E-C82D-FBB5-2529506EEE53}"/>
          </ac:spMkLst>
        </pc:spChg>
      </pc:sldChg>
      <pc:sldChg chg="modSp mod">
        <pc:chgData name="Mojena Carrazana, Dagmar" userId="8e71cb39-8cd4-4325-b3ea-54b8d16474c2" providerId="ADAL" clId="{C26B2084-C7FC-489E-BA4F-910C5671DE9F}" dt="2025-04-13T23:09:02.855" v="431" actId="14100"/>
        <pc:sldMkLst>
          <pc:docMk/>
          <pc:sldMk cId="456852254" sldId="289"/>
        </pc:sldMkLst>
        <pc:picChg chg="mod">
          <ac:chgData name="Mojena Carrazana, Dagmar" userId="8e71cb39-8cd4-4325-b3ea-54b8d16474c2" providerId="ADAL" clId="{C26B2084-C7FC-489E-BA4F-910C5671DE9F}" dt="2025-04-13T23:09:02.855" v="431" actId="14100"/>
          <ac:picMkLst>
            <pc:docMk/>
            <pc:sldMk cId="456852254" sldId="289"/>
            <ac:picMk id="4" creationId="{598703A0-75E2-0D3F-2764-7E54612810A5}"/>
          </ac:picMkLst>
        </pc:picChg>
      </pc:sldChg>
      <pc:sldChg chg="modSp mod">
        <pc:chgData name="Mojena Carrazana, Dagmar" userId="8e71cb39-8cd4-4325-b3ea-54b8d16474c2" providerId="ADAL" clId="{C26B2084-C7FC-489E-BA4F-910C5671DE9F}" dt="2025-04-13T23:23:36.459" v="438" actId="20577"/>
        <pc:sldMkLst>
          <pc:docMk/>
          <pc:sldMk cId="3631562637" sldId="290"/>
        </pc:sldMkLst>
        <pc:spChg chg="mod">
          <ac:chgData name="Mojena Carrazana, Dagmar" userId="8e71cb39-8cd4-4325-b3ea-54b8d16474c2" providerId="ADAL" clId="{C26B2084-C7FC-489E-BA4F-910C5671DE9F}" dt="2025-04-13T23:23:36.459" v="438" actId="20577"/>
          <ac:spMkLst>
            <pc:docMk/>
            <pc:sldMk cId="3631562637" sldId="290"/>
            <ac:spMk id="2" creationId="{0B58DDFC-D039-512E-BFA1-4E5A28638E27}"/>
          </ac:spMkLst>
        </pc:spChg>
        <pc:picChg chg="mod">
          <ac:chgData name="Mojena Carrazana, Dagmar" userId="8e71cb39-8cd4-4325-b3ea-54b8d16474c2" providerId="ADAL" clId="{C26B2084-C7FC-489E-BA4F-910C5671DE9F}" dt="2025-04-13T23:08:37.778" v="428" actId="1076"/>
          <ac:picMkLst>
            <pc:docMk/>
            <pc:sldMk cId="3631562637" sldId="290"/>
            <ac:picMk id="4" creationId="{551837A8-4026-B558-88D4-01CDC390825A}"/>
          </ac:picMkLst>
        </pc:picChg>
      </pc:sldChg>
    </pc:docChg>
  </pc:docChgLst>
  <pc:docChgLst>
    <pc:chgData name="Perez Gomez, Josue" userId="S::jkp5482@psu.edu::7712bad1-4f27-490c-a2f4-326b2bd9a7c0" providerId="AD" clId="Web-{9466DAED-0CB7-CEAA-8FCB-A7CFCC25BF09}"/>
    <pc:docChg chg="addSld delSld modSld addMainMaster delMainMaster">
      <pc:chgData name="Perez Gomez, Josue" userId="S::jkp5482@psu.edu::7712bad1-4f27-490c-a2f4-326b2bd9a7c0" providerId="AD" clId="Web-{9466DAED-0CB7-CEAA-8FCB-A7CFCC25BF09}" dt="2025-04-11T23:50:11.974" v="171" actId="20577"/>
      <pc:docMkLst>
        <pc:docMk/>
      </pc:docMkLst>
      <pc:sldChg chg="modSp mod modClrScheme chgLayout">
        <pc:chgData name="Perez Gomez, Josue" userId="S::jkp5482@psu.edu::7712bad1-4f27-490c-a2f4-326b2bd9a7c0" providerId="AD" clId="Web-{9466DAED-0CB7-CEAA-8FCB-A7CFCC25BF09}" dt="2025-04-11T04:09:56.152" v="60" actId="20577"/>
        <pc:sldMkLst>
          <pc:docMk/>
          <pc:sldMk cId="109857222" sldId="256"/>
        </pc:sldMkLst>
        <pc:spChg chg="mod ord">
          <ac:chgData name="Perez Gomez, Josue" userId="S::jkp5482@psu.edu::7712bad1-4f27-490c-a2f4-326b2bd9a7c0" providerId="AD" clId="Web-{9466DAED-0CB7-CEAA-8FCB-A7CFCC25BF09}" dt="2025-04-11T04:04:44.704" v="14" actId="20577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Perez Gomez, Josue" userId="S::jkp5482@psu.edu::7712bad1-4f27-490c-a2f4-326b2bd9a7c0" providerId="AD" clId="Web-{9466DAED-0CB7-CEAA-8FCB-A7CFCC25BF09}" dt="2025-04-11T04:09:56.152" v="6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new mod modClrScheme chgLayout">
        <pc:chgData name="Perez Gomez, Josue" userId="S::jkp5482@psu.edu::7712bad1-4f27-490c-a2f4-326b2bd9a7c0" providerId="AD" clId="Web-{9466DAED-0CB7-CEAA-8FCB-A7CFCC25BF09}" dt="2025-04-11T23:47:13.126" v="86" actId="20577"/>
        <pc:sldMkLst>
          <pc:docMk/>
          <pc:sldMk cId="3970635970" sldId="257"/>
        </pc:sldMkLst>
        <pc:spChg chg="mod ord">
          <ac:chgData name="Perez Gomez, Josue" userId="S::jkp5482@psu.edu::7712bad1-4f27-490c-a2f4-326b2bd9a7c0" providerId="AD" clId="Web-{9466DAED-0CB7-CEAA-8FCB-A7CFCC25BF09}" dt="2025-04-11T23:47:13.126" v="86" actId="20577"/>
          <ac:spMkLst>
            <pc:docMk/>
            <pc:sldMk cId="3970635970" sldId="257"/>
            <ac:spMk id="2" creationId="{501A9043-5C7C-D176-A429-4F07FE441C3E}"/>
          </ac:spMkLst>
        </pc:spChg>
        <pc:spChg chg="mod ord">
          <ac:chgData name="Perez Gomez, Josue" userId="S::jkp5482@psu.edu::7712bad1-4f27-490c-a2f4-326b2bd9a7c0" providerId="AD" clId="Web-{9466DAED-0CB7-CEAA-8FCB-A7CFCC25BF09}" dt="2025-04-11T04:10:13.387" v="63" actId="1076"/>
          <ac:spMkLst>
            <pc:docMk/>
            <pc:sldMk cId="3970635970" sldId="257"/>
            <ac:spMk id="3" creationId="{0645C3E4-2472-DEC1-E06F-E4A02A7990D5}"/>
          </ac:spMkLst>
        </pc:spChg>
      </pc:sldChg>
      <pc:sldChg chg="modSp add replId">
        <pc:chgData name="Perez Gomez, Josue" userId="S::jkp5482@psu.edu::7712bad1-4f27-490c-a2f4-326b2bd9a7c0" providerId="AD" clId="Web-{9466DAED-0CB7-CEAA-8FCB-A7CFCC25BF09}" dt="2025-04-11T23:47:17.095" v="87" actId="20577"/>
        <pc:sldMkLst>
          <pc:docMk/>
          <pc:sldMk cId="1580230693" sldId="258"/>
        </pc:sldMkLst>
      </pc:sldChg>
      <pc:sldChg chg="modSp new del mod modClrScheme chgLayout">
        <pc:chgData name="Perez Gomez, Josue" userId="S::jkp5482@psu.edu::7712bad1-4f27-490c-a2f4-326b2bd9a7c0" providerId="AD" clId="Web-{9466DAED-0CB7-CEAA-8FCB-A7CFCC25BF09}" dt="2025-04-11T04:10:16.997" v="67"/>
        <pc:sldMkLst>
          <pc:docMk/>
          <pc:sldMk cId="2230976538" sldId="258"/>
        </pc:sldMkLst>
      </pc:sldChg>
      <pc:sldChg chg="modSp new del mod modClrScheme chgLayout">
        <pc:chgData name="Perez Gomez, Josue" userId="S::jkp5482@psu.edu::7712bad1-4f27-490c-a2f4-326b2bd9a7c0" providerId="AD" clId="Web-{9466DAED-0CB7-CEAA-8FCB-A7CFCC25BF09}" dt="2025-04-11T04:10:16.997" v="64"/>
        <pc:sldMkLst>
          <pc:docMk/>
          <pc:sldMk cId="807242581" sldId="259"/>
        </pc:sldMkLst>
      </pc:sldChg>
      <pc:sldChg chg="modSp add replId">
        <pc:chgData name="Perez Gomez, Josue" userId="S::jkp5482@psu.edu::7712bad1-4f27-490c-a2f4-326b2bd9a7c0" providerId="AD" clId="Web-{9466DAED-0CB7-CEAA-8FCB-A7CFCC25BF09}" dt="2025-04-11T23:47:41.111" v="118" actId="20577"/>
        <pc:sldMkLst>
          <pc:docMk/>
          <pc:sldMk cId="3882356386" sldId="259"/>
        </pc:sldMkLst>
      </pc:sldChg>
      <pc:sldChg chg="modSp new del mod modClrScheme chgLayout">
        <pc:chgData name="Perez Gomez, Josue" userId="S::jkp5482@psu.edu::7712bad1-4f27-490c-a2f4-326b2bd9a7c0" providerId="AD" clId="Web-{9466DAED-0CB7-CEAA-8FCB-A7CFCC25BF09}" dt="2025-04-11T04:10:16.997" v="66"/>
        <pc:sldMkLst>
          <pc:docMk/>
          <pc:sldMk cId="2783933991" sldId="260"/>
        </pc:sldMkLst>
      </pc:sldChg>
      <pc:sldChg chg="modSp add replId">
        <pc:chgData name="Perez Gomez, Josue" userId="S::jkp5482@psu.edu::7712bad1-4f27-490c-a2f4-326b2bd9a7c0" providerId="AD" clId="Web-{9466DAED-0CB7-CEAA-8FCB-A7CFCC25BF09}" dt="2025-04-11T23:48:27.987" v="134" actId="20577"/>
        <pc:sldMkLst>
          <pc:docMk/>
          <pc:sldMk cId="4132201374" sldId="260"/>
        </pc:sldMkLst>
      </pc:sldChg>
      <pc:sldChg chg="modSp new del mod modClrScheme chgLayout">
        <pc:chgData name="Perez Gomez, Josue" userId="S::jkp5482@psu.edu::7712bad1-4f27-490c-a2f4-326b2bd9a7c0" providerId="AD" clId="Web-{9466DAED-0CB7-CEAA-8FCB-A7CFCC25BF09}" dt="2025-04-11T04:10:16.997" v="65"/>
        <pc:sldMkLst>
          <pc:docMk/>
          <pc:sldMk cId="840779699" sldId="261"/>
        </pc:sldMkLst>
      </pc:sldChg>
      <pc:sldChg chg="modSp add replId">
        <pc:chgData name="Perez Gomez, Josue" userId="S::jkp5482@psu.edu::7712bad1-4f27-490c-a2f4-326b2bd9a7c0" providerId="AD" clId="Web-{9466DAED-0CB7-CEAA-8FCB-A7CFCC25BF09}" dt="2025-04-11T23:47:35.674" v="107" actId="20577"/>
        <pc:sldMkLst>
          <pc:docMk/>
          <pc:sldMk cId="3585980975" sldId="261"/>
        </pc:sldMkLst>
      </pc:sldChg>
      <pc:sldChg chg="modSp add replId">
        <pc:chgData name="Perez Gomez, Josue" userId="S::jkp5482@psu.edu::7712bad1-4f27-490c-a2f4-326b2bd9a7c0" providerId="AD" clId="Web-{9466DAED-0CB7-CEAA-8FCB-A7CFCC25BF09}" dt="2025-04-11T23:50:01.911" v="151" actId="20577"/>
        <pc:sldMkLst>
          <pc:docMk/>
          <pc:sldMk cId="1558540105" sldId="262"/>
        </pc:sldMkLst>
      </pc:sldChg>
      <pc:sldChg chg="modSp add replId">
        <pc:chgData name="Perez Gomez, Josue" userId="S::jkp5482@psu.edu::7712bad1-4f27-490c-a2f4-326b2bd9a7c0" providerId="AD" clId="Web-{9466DAED-0CB7-CEAA-8FCB-A7CFCC25BF09}" dt="2025-04-11T23:48:21.128" v="131" actId="20577"/>
        <pc:sldMkLst>
          <pc:docMk/>
          <pc:sldMk cId="281776585" sldId="263"/>
        </pc:sldMkLst>
      </pc:sldChg>
      <pc:sldChg chg="modSp add replId">
        <pc:chgData name="Perez Gomez, Josue" userId="S::jkp5482@psu.edu::7712bad1-4f27-490c-a2f4-326b2bd9a7c0" providerId="AD" clId="Web-{9466DAED-0CB7-CEAA-8FCB-A7CFCC25BF09}" dt="2025-04-11T23:50:11.974" v="171" actId="20577"/>
        <pc:sldMkLst>
          <pc:docMk/>
          <pc:sldMk cId="576656499" sldId="264"/>
        </pc:sldMkLst>
      </pc:sldChg>
      <pc:sldMasterChg chg="del delSldLayout">
        <pc:chgData name="Perez Gomez, Josue" userId="S::jkp5482@psu.edu::7712bad1-4f27-490c-a2f4-326b2bd9a7c0" providerId="AD" clId="Web-{9466DAED-0CB7-CEAA-8FCB-A7CFCC25BF09}" dt="2025-04-11T04:03:58.843" v="5"/>
        <pc:sldMasterMkLst>
          <pc:docMk/>
          <pc:sldMasterMk cId="2460954070" sldId="2147483660"/>
        </pc:sldMasterMkLst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addSldLayout modSldLayout">
        <pc:chgData name="Perez Gomez, Josue" userId="S::jkp5482@psu.edu::7712bad1-4f27-490c-a2f4-326b2bd9a7c0" providerId="AD" clId="Web-{9466DAED-0CB7-CEAA-8FCB-A7CFCC25BF09}" dt="2025-04-11T04:03:58.843" v="5"/>
        <pc:sldMasterMkLst>
          <pc:docMk/>
          <pc:sldMasterMk cId="1019522696" sldId="2147483672"/>
        </pc:sldMasterMkLst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145168255" sldId="2147483673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2038997904" sldId="2147483674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2675876473" sldId="2147483675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1299090862" sldId="2147483676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3068755280" sldId="2147483677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1880305595" sldId="2147483678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3968135885" sldId="2147483679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3000983743" sldId="2147483680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2307909013" sldId="2147483681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4009379262" sldId="2147483682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3598407046" sldId="2147483683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2116865659" sldId="2147483684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1586149528" sldId="2147483685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2718902480" sldId="2147483686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67450558" sldId="2147483687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398564294" sldId="2147483688"/>
          </pc:sldLayoutMkLst>
        </pc:sldLayoutChg>
        <pc:sldLayoutChg chg="add mod replId">
          <pc:chgData name="Perez Gomez, Josue" userId="S::jkp5482@psu.edu::7712bad1-4f27-490c-a2f4-326b2bd9a7c0" providerId="AD" clId="Web-{9466DAED-0CB7-CEAA-8FCB-A7CFCC25BF09}" dt="2025-04-11T04:03:58.843" v="5"/>
          <pc:sldLayoutMkLst>
            <pc:docMk/>
            <pc:sldMasterMk cId="1019522696" sldId="2147483672"/>
            <pc:sldLayoutMk cId="820033447" sldId="2147483689"/>
          </pc:sldLayoutMkLst>
        </pc:sldLayoutChg>
      </pc:sldMasterChg>
    </pc:docChg>
  </pc:docChgLst>
  <pc:docChgLst>
    <pc:chgData name="Perez Gomez, Josue" userId="S::jkp5482@psu.edu::7712bad1-4f27-490c-a2f4-326b2bd9a7c0" providerId="AD" clId="Web-{39E415EB-2132-7BF2-CFB3-D57FD2FA6035}"/>
    <pc:docChg chg="addSld modSld">
      <pc:chgData name="Perez Gomez, Josue" userId="S::jkp5482@psu.edu::7712bad1-4f27-490c-a2f4-326b2bd9a7c0" providerId="AD" clId="Web-{39E415EB-2132-7BF2-CFB3-D57FD2FA6035}" dt="2025-04-13T02:21:01.573" v="419" actId="20577"/>
      <pc:docMkLst>
        <pc:docMk/>
      </pc:docMkLst>
      <pc:sldChg chg="modSp">
        <pc:chgData name="Perez Gomez, Josue" userId="S::jkp5482@psu.edu::7712bad1-4f27-490c-a2f4-326b2bd9a7c0" providerId="AD" clId="Web-{39E415EB-2132-7BF2-CFB3-D57FD2FA6035}" dt="2025-04-13T02:19:54.383" v="374" actId="20577"/>
        <pc:sldMkLst>
          <pc:docMk/>
          <pc:sldMk cId="3970635970" sldId="257"/>
        </pc:sldMkLst>
        <pc:spChg chg="mod">
          <ac:chgData name="Perez Gomez, Josue" userId="S::jkp5482@psu.edu::7712bad1-4f27-490c-a2f4-326b2bd9a7c0" providerId="AD" clId="Web-{39E415EB-2132-7BF2-CFB3-D57FD2FA6035}" dt="2025-04-13T02:19:54.383" v="374" actId="20577"/>
          <ac:spMkLst>
            <pc:docMk/>
            <pc:sldMk cId="3970635970" sldId="257"/>
            <ac:spMk id="3" creationId="{0645C3E4-2472-DEC1-E06F-E4A02A7990D5}"/>
          </ac:spMkLst>
        </pc:spChg>
      </pc:sldChg>
      <pc:sldChg chg="modSp">
        <pc:chgData name="Perez Gomez, Josue" userId="S::jkp5482@psu.edu::7712bad1-4f27-490c-a2f4-326b2bd9a7c0" providerId="AD" clId="Web-{39E415EB-2132-7BF2-CFB3-D57FD2FA6035}" dt="2025-04-12T21:52:27.536" v="138" actId="20577"/>
        <pc:sldMkLst>
          <pc:docMk/>
          <pc:sldMk cId="1580230693" sldId="258"/>
        </pc:sldMkLst>
      </pc:sldChg>
      <pc:sldChg chg="addSp modSp">
        <pc:chgData name="Perez Gomez, Josue" userId="S::jkp5482@psu.edu::7712bad1-4f27-490c-a2f4-326b2bd9a7c0" providerId="AD" clId="Web-{39E415EB-2132-7BF2-CFB3-D57FD2FA6035}" dt="2025-04-12T21:54:45.545" v="195" actId="1076"/>
        <pc:sldMkLst>
          <pc:docMk/>
          <pc:sldMk cId="3882356386" sldId="259"/>
        </pc:sldMkLst>
      </pc:sldChg>
      <pc:sldChg chg="addSp delSp modSp">
        <pc:chgData name="Perez Gomez, Josue" userId="S::jkp5482@psu.edu::7712bad1-4f27-490c-a2f4-326b2bd9a7c0" providerId="AD" clId="Web-{39E415EB-2132-7BF2-CFB3-D57FD2FA6035}" dt="2025-04-13T02:21:01.573" v="419" actId="20577"/>
        <pc:sldMkLst>
          <pc:docMk/>
          <pc:sldMk cId="4132201374" sldId="260"/>
        </pc:sldMkLst>
        <pc:spChg chg="add mod">
          <ac:chgData name="Perez Gomez, Josue" userId="S::jkp5482@psu.edu::7712bad1-4f27-490c-a2f4-326b2bd9a7c0" providerId="AD" clId="Web-{39E415EB-2132-7BF2-CFB3-D57FD2FA6035}" dt="2025-04-13T02:21:01.573" v="419" actId="20577"/>
          <ac:spMkLst>
            <pc:docMk/>
            <pc:sldMk cId="4132201374" sldId="260"/>
            <ac:spMk id="7" creationId="{A62EEA76-5F38-64DB-1D55-68D4343D8636}"/>
          </ac:spMkLst>
        </pc:spChg>
      </pc:sldChg>
      <pc:sldChg chg="addSp delSp modSp">
        <pc:chgData name="Perez Gomez, Josue" userId="S::jkp5482@psu.edu::7712bad1-4f27-490c-a2f4-326b2bd9a7c0" providerId="AD" clId="Web-{39E415EB-2132-7BF2-CFB3-D57FD2FA6035}" dt="2025-04-12T21:53:54.151" v="170" actId="20577"/>
        <pc:sldMkLst>
          <pc:docMk/>
          <pc:sldMk cId="3585980975" sldId="261"/>
        </pc:sldMkLst>
      </pc:sldChg>
      <pc:sldChg chg="modSp">
        <pc:chgData name="Perez Gomez, Josue" userId="S::jkp5482@psu.edu::7712bad1-4f27-490c-a2f4-326b2bd9a7c0" providerId="AD" clId="Web-{39E415EB-2132-7BF2-CFB3-D57FD2FA6035}" dt="2025-04-12T21:55:11.298" v="202" actId="20577"/>
        <pc:sldMkLst>
          <pc:docMk/>
          <pc:sldMk cId="1558540105" sldId="262"/>
        </pc:sldMkLst>
      </pc:sldChg>
      <pc:sldChg chg="addSp delSp modSp new">
        <pc:chgData name="Perez Gomez, Josue" userId="S::jkp5482@psu.edu::7712bad1-4f27-490c-a2f4-326b2bd9a7c0" providerId="AD" clId="Web-{39E415EB-2132-7BF2-CFB3-D57FD2FA6035}" dt="2025-04-12T23:55:44.747" v="204"/>
        <pc:sldMkLst>
          <pc:docMk/>
          <pc:sldMk cId="2236427097" sldId="265"/>
        </pc:sldMkLst>
      </pc:sldChg>
    </pc:docChg>
  </pc:docChgLst>
  <pc:docChgLst>
    <pc:chgData name="Perez Gomez, Josue" userId="S::jkp5482@psu.edu::7712bad1-4f27-490c-a2f4-326b2bd9a7c0" providerId="AD" clId="Web-{AA8E2490-C29A-69D5-337C-923961A41E30}"/>
    <pc:docChg chg="delSld modSld">
      <pc:chgData name="Perez Gomez, Josue" userId="S::jkp5482@psu.edu::7712bad1-4f27-490c-a2f4-326b2bd9a7c0" providerId="AD" clId="Web-{AA8E2490-C29A-69D5-337C-923961A41E30}" dt="2025-04-14T00:55:34.085" v="1964" actId="20577"/>
      <pc:docMkLst>
        <pc:docMk/>
      </pc:docMkLst>
      <pc:sldChg chg="modSp">
        <pc:chgData name="Perez Gomez, Josue" userId="S::jkp5482@psu.edu::7712bad1-4f27-490c-a2f4-326b2bd9a7c0" providerId="AD" clId="Web-{AA8E2490-C29A-69D5-337C-923961A41E30}" dt="2025-04-14T00:48:51.749" v="1890" actId="20577"/>
        <pc:sldMkLst>
          <pc:docMk/>
          <pc:sldMk cId="109857222" sldId="256"/>
        </pc:sldMkLst>
        <pc:spChg chg="mod">
          <ac:chgData name="Perez Gomez, Josue" userId="S::jkp5482@psu.edu::7712bad1-4f27-490c-a2f4-326b2bd9a7c0" providerId="AD" clId="Web-{AA8E2490-C29A-69D5-337C-923961A41E30}" dt="2025-04-14T00:48:51.749" v="1890" actId="20577"/>
          <ac:spMkLst>
            <pc:docMk/>
            <pc:sldMk cId="109857222" sldId="256"/>
            <ac:spMk id="3" creationId="{00000000-0000-0000-0000-000000000000}"/>
          </ac:spMkLst>
        </pc:spChg>
      </pc:sldChg>
      <pc:sldChg chg="modSp mod setBg">
        <pc:chgData name="Perez Gomez, Josue" userId="S::jkp5482@psu.edu::7712bad1-4f27-490c-a2f4-326b2bd9a7c0" providerId="AD" clId="Web-{AA8E2490-C29A-69D5-337C-923961A41E30}" dt="2025-04-14T00:50:19.126" v="1913" actId="20577"/>
        <pc:sldMkLst>
          <pc:docMk/>
          <pc:sldMk cId="3970635970" sldId="257"/>
        </pc:sldMkLst>
        <pc:spChg chg="mod">
          <ac:chgData name="Perez Gomez, Josue" userId="S::jkp5482@psu.edu::7712bad1-4f27-490c-a2f4-326b2bd9a7c0" providerId="AD" clId="Web-{AA8E2490-C29A-69D5-337C-923961A41E30}" dt="2025-04-14T00:50:19.126" v="1913" actId="20577"/>
          <ac:spMkLst>
            <pc:docMk/>
            <pc:sldMk cId="3970635970" sldId="257"/>
            <ac:spMk id="3" creationId="{0645C3E4-2472-DEC1-E06F-E4A02A7990D5}"/>
          </ac:spMkLst>
        </pc:spChg>
      </pc:sldChg>
      <pc:sldChg chg="modSp">
        <pc:chgData name="Perez Gomez, Josue" userId="S::jkp5482@psu.edu::7712bad1-4f27-490c-a2f4-326b2bd9a7c0" providerId="AD" clId="Web-{AA8E2490-C29A-69D5-337C-923961A41E30}" dt="2025-04-13T22:47:28.583" v="1269" actId="20577"/>
        <pc:sldMkLst>
          <pc:docMk/>
          <pc:sldMk cId="1580230693" sldId="258"/>
        </pc:sldMkLst>
        <pc:spChg chg="mod">
          <ac:chgData name="Perez Gomez, Josue" userId="S::jkp5482@psu.edu::7712bad1-4f27-490c-a2f4-326b2bd9a7c0" providerId="AD" clId="Web-{AA8E2490-C29A-69D5-337C-923961A41E30}" dt="2025-04-13T22:47:28.583" v="1269" actId="20577"/>
          <ac:spMkLst>
            <pc:docMk/>
            <pc:sldMk cId="1580230693" sldId="258"/>
            <ac:spMk id="3" creationId="{539518B6-FB80-DED0-C234-53A7B7339247}"/>
          </ac:spMkLst>
        </pc:spChg>
      </pc:sldChg>
      <pc:sldChg chg="modSp">
        <pc:chgData name="Perez Gomez, Josue" userId="S::jkp5482@psu.edu::7712bad1-4f27-490c-a2f4-326b2bd9a7c0" providerId="AD" clId="Web-{AA8E2490-C29A-69D5-337C-923961A41E30}" dt="2025-04-13T22:10:09.541" v="760" actId="20577"/>
        <pc:sldMkLst>
          <pc:docMk/>
          <pc:sldMk cId="3882356386" sldId="259"/>
        </pc:sldMkLst>
        <pc:spChg chg="mod">
          <ac:chgData name="Perez Gomez, Josue" userId="S::jkp5482@psu.edu::7712bad1-4f27-490c-a2f4-326b2bd9a7c0" providerId="AD" clId="Web-{AA8E2490-C29A-69D5-337C-923961A41E30}" dt="2025-04-13T22:10:09.541" v="760" actId="20577"/>
          <ac:spMkLst>
            <pc:docMk/>
            <pc:sldMk cId="3882356386" sldId="259"/>
            <ac:spMk id="3" creationId="{EA0A4792-B053-FB92-7CF4-A3A36B0BA8FB}"/>
          </ac:spMkLst>
        </pc:spChg>
      </pc:sldChg>
      <pc:sldChg chg="modSp">
        <pc:chgData name="Perez Gomez, Josue" userId="S::jkp5482@psu.edu::7712bad1-4f27-490c-a2f4-326b2bd9a7c0" providerId="AD" clId="Web-{AA8E2490-C29A-69D5-337C-923961A41E30}" dt="2025-04-13T20:35:37.862" v="168" actId="14100"/>
        <pc:sldMkLst>
          <pc:docMk/>
          <pc:sldMk cId="4132201374" sldId="260"/>
        </pc:sldMkLst>
        <pc:spChg chg="mod">
          <ac:chgData name="Perez Gomez, Josue" userId="S::jkp5482@psu.edu::7712bad1-4f27-490c-a2f4-326b2bd9a7c0" providerId="AD" clId="Web-{AA8E2490-C29A-69D5-337C-923961A41E30}" dt="2025-04-13T20:35:37.862" v="168" actId="14100"/>
          <ac:spMkLst>
            <pc:docMk/>
            <pc:sldMk cId="4132201374" sldId="260"/>
            <ac:spMk id="7" creationId="{A62EEA76-5F38-64DB-1D55-68D4343D8636}"/>
          </ac:spMkLst>
        </pc:spChg>
      </pc:sldChg>
      <pc:sldChg chg="modSp">
        <pc:chgData name="Perez Gomez, Josue" userId="S::jkp5482@psu.edu::7712bad1-4f27-490c-a2f4-326b2bd9a7c0" providerId="AD" clId="Web-{AA8E2490-C29A-69D5-337C-923961A41E30}" dt="2025-04-13T22:09:27.087" v="666" actId="20577"/>
        <pc:sldMkLst>
          <pc:docMk/>
          <pc:sldMk cId="3585980975" sldId="261"/>
        </pc:sldMkLst>
        <pc:spChg chg="mod">
          <ac:chgData name="Perez Gomez, Josue" userId="S::jkp5482@psu.edu::7712bad1-4f27-490c-a2f4-326b2bd9a7c0" providerId="AD" clId="Web-{AA8E2490-C29A-69D5-337C-923961A41E30}" dt="2025-04-13T22:09:27.087" v="666" actId="20577"/>
          <ac:spMkLst>
            <pc:docMk/>
            <pc:sldMk cId="3585980975" sldId="261"/>
            <ac:spMk id="3" creationId="{93F75D89-7E14-A28B-827C-5CD567B8C905}"/>
          </ac:spMkLst>
        </pc:spChg>
      </pc:sldChg>
      <pc:sldChg chg="del">
        <pc:chgData name="Perez Gomez, Josue" userId="S::jkp5482@psu.edu::7712bad1-4f27-490c-a2f4-326b2bd9a7c0" providerId="AD" clId="Web-{AA8E2490-C29A-69D5-337C-923961A41E30}" dt="2025-04-13T22:50:25.308" v="1270"/>
        <pc:sldMkLst>
          <pc:docMk/>
          <pc:sldMk cId="2236427097" sldId="265"/>
        </pc:sldMkLst>
      </pc:sldChg>
      <pc:sldChg chg="modSp">
        <pc:chgData name="Perez Gomez, Josue" userId="S::jkp5482@psu.edu::7712bad1-4f27-490c-a2f4-326b2bd9a7c0" providerId="AD" clId="Web-{AA8E2490-C29A-69D5-337C-923961A41E30}" dt="2025-04-13T22:32:06.809" v="1026" actId="20577"/>
        <pc:sldMkLst>
          <pc:docMk/>
          <pc:sldMk cId="1764528217" sldId="273"/>
        </pc:sldMkLst>
        <pc:spChg chg="mod">
          <ac:chgData name="Perez Gomez, Josue" userId="S::jkp5482@psu.edu::7712bad1-4f27-490c-a2f4-326b2bd9a7c0" providerId="AD" clId="Web-{AA8E2490-C29A-69D5-337C-923961A41E30}" dt="2025-04-13T22:32:06.809" v="1026" actId="20577"/>
          <ac:spMkLst>
            <pc:docMk/>
            <pc:sldMk cId="1764528217" sldId="273"/>
            <ac:spMk id="3" creationId="{A2B35A45-EA38-1544-CCC7-00C0212EAD74}"/>
          </ac:spMkLst>
        </pc:spChg>
      </pc:sldChg>
      <pc:sldChg chg="modSp">
        <pc:chgData name="Perez Gomez, Josue" userId="S::jkp5482@psu.edu::7712bad1-4f27-490c-a2f4-326b2bd9a7c0" providerId="AD" clId="Web-{AA8E2490-C29A-69D5-337C-923961A41E30}" dt="2025-04-14T00:53:42.224" v="1961" actId="20577"/>
        <pc:sldMkLst>
          <pc:docMk/>
          <pc:sldMk cId="1479075435" sldId="274"/>
        </pc:sldMkLst>
        <pc:spChg chg="mod">
          <ac:chgData name="Perez Gomez, Josue" userId="S::jkp5482@psu.edu::7712bad1-4f27-490c-a2f4-326b2bd9a7c0" providerId="AD" clId="Web-{AA8E2490-C29A-69D5-337C-923961A41E30}" dt="2025-04-14T00:53:42.224" v="1961" actId="20577"/>
          <ac:spMkLst>
            <pc:docMk/>
            <pc:sldMk cId="1479075435" sldId="274"/>
            <ac:spMk id="3" creationId="{7A7EA86F-6CE7-FBA1-1515-0E33BDA3165B}"/>
          </ac:spMkLst>
        </pc:spChg>
      </pc:sldChg>
      <pc:sldChg chg="modSp">
        <pc:chgData name="Perez Gomez, Josue" userId="S::jkp5482@psu.edu::7712bad1-4f27-490c-a2f4-326b2bd9a7c0" providerId="AD" clId="Web-{AA8E2490-C29A-69D5-337C-923961A41E30}" dt="2025-04-13T23:38:39.915" v="1876" actId="20577"/>
        <pc:sldMkLst>
          <pc:docMk/>
          <pc:sldMk cId="1770093675" sldId="275"/>
        </pc:sldMkLst>
        <pc:spChg chg="mod">
          <ac:chgData name="Perez Gomez, Josue" userId="S::jkp5482@psu.edu::7712bad1-4f27-490c-a2f4-326b2bd9a7c0" providerId="AD" clId="Web-{AA8E2490-C29A-69D5-337C-923961A41E30}" dt="2025-04-13T23:38:39.915" v="1876" actId="20577"/>
          <ac:spMkLst>
            <pc:docMk/>
            <pc:sldMk cId="1770093675" sldId="275"/>
            <ac:spMk id="3" creationId="{AFA2D499-D7E3-1F2F-8236-866EA3F6EA48}"/>
          </ac:spMkLst>
        </pc:spChg>
      </pc:sldChg>
      <pc:sldChg chg="modSp">
        <pc:chgData name="Perez Gomez, Josue" userId="S::jkp5482@psu.edu::7712bad1-4f27-490c-a2f4-326b2bd9a7c0" providerId="AD" clId="Web-{AA8E2490-C29A-69D5-337C-923961A41E30}" dt="2025-04-14T00:55:34.085" v="1964" actId="20577"/>
        <pc:sldMkLst>
          <pc:docMk/>
          <pc:sldMk cId="2940765692" sldId="277"/>
        </pc:sldMkLst>
        <pc:spChg chg="mod">
          <ac:chgData name="Perez Gomez, Josue" userId="S::jkp5482@psu.edu::7712bad1-4f27-490c-a2f4-326b2bd9a7c0" providerId="AD" clId="Web-{AA8E2490-C29A-69D5-337C-923961A41E30}" dt="2025-04-14T00:55:34.085" v="1964" actId="20577"/>
          <ac:spMkLst>
            <pc:docMk/>
            <pc:sldMk cId="2940765692" sldId="277"/>
            <ac:spMk id="7" creationId="{0185F036-4D6D-02B1-5229-16E1283901C0}"/>
          </ac:spMkLst>
        </pc:spChg>
      </pc:sldChg>
      <pc:sldChg chg="addSp modSp">
        <pc:chgData name="Perez Gomez, Josue" userId="S::jkp5482@psu.edu::7712bad1-4f27-490c-a2f4-326b2bd9a7c0" providerId="AD" clId="Web-{AA8E2490-C29A-69D5-337C-923961A41E30}" dt="2025-04-13T22:59:51.751" v="1648" actId="14100"/>
        <pc:sldMkLst>
          <pc:docMk/>
          <pc:sldMk cId="2194962485" sldId="280"/>
        </pc:sldMkLst>
        <pc:spChg chg="mod">
          <ac:chgData name="Perez Gomez, Josue" userId="S::jkp5482@psu.edu::7712bad1-4f27-490c-a2f4-326b2bd9a7c0" providerId="AD" clId="Web-{AA8E2490-C29A-69D5-337C-923961A41E30}" dt="2025-04-13T22:59:39.266" v="1645" actId="20577"/>
          <ac:spMkLst>
            <pc:docMk/>
            <pc:sldMk cId="2194962485" sldId="280"/>
            <ac:spMk id="7" creationId="{EC4D941E-ABCC-0D07-1B3E-E153D9FF8465}"/>
          </ac:spMkLst>
        </pc:spChg>
        <pc:picChg chg="add mod">
          <ac:chgData name="Perez Gomez, Josue" userId="S::jkp5482@psu.edu::7712bad1-4f27-490c-a2f4-326b2bd9a7c0" providerId="AD" clId="Web-{AA8E2490-C29A-69D5-337C-923961A41E30}" dt="2025-04-13T22:59:51.751" v="1648" actId="14100"/>
          <ac:picMkLst>
            <pc:docMk/>
            <pc:sldMk cId="2194962485" sldId="280"/>
            <ac:picMk id="4" creationId="{CF9FF55A-5B1B-0549-568D-595C538AFC3E}"/>
          </ac:picMkLst>
        </pc:picChg>
      </pc:sldChg>
      <pc:sldChg chg="modSp">
        <pc:chgData name="Perez Gomez, Josue" userId="S::jkp5482@psu.edu::7712bad1-4f27-490c-a2f4-326b2bd9a7c0" providerId="AD" clId="Web-{AA8E2490-C29A-69D5-337C-923961A41E30}" dt="2025-04-14T00:52:08.472" v="1930" actId="20577"/>
        <pc:sldMkLst>
          <pc:docMk/>
          <pc:sldMk cId="3801989297" sldId="287"/>
        </pc:sldMkLst>
        <pc:spChg chg="mod">
          <ac:chgData name="Perez Gomez, Josue" userId="S::jkp5482@psu.edu::7712bad1-4f27-490c-a2f4-326b2bd9a7c0" providerId="AD" clId="Web-{AA8E2490-C29A-69D5-337C-923961A41E30}" dt="2025-04-14T00:52:08.472" v="1930" actId="20577"/>
          <ac:spMkLst>
            <pc:docMk/>
            <pc:sldMk cId="3801989297" sldId="287"/>
            <ac:spMk id="3" creationId="{0E8A678F-3B6E-C82D-FBB5-2529506EEE53}"/>
          </ac:spMkLst>
        </pc:spChg>
      </pc:sldChg>
      <pc:sldChg chg="modSp">
        <pc:chgData name="Perez Gomez, Josue" userId="S::jkp5482@psu.edu::7712bad1-4f27-490c-a2f4-326b2bd9a7c0" providerId="AD" clId="Web-{AA8E2490-C29A-69D5-337C-923961A41E30}" dt="2025-04-13T23:28:57.596" v="1666" actId="20577"/>
        <pc:sldMkLst>
          <pc:docMk/>
          <pc:sldMk cId="1991248996" sldId="288"/>
        </pc:sldMkLst>
        <pc:spChg chg="mod">
          <ac:chgData name="Perez Gomez, Josue" userId="S::jkp5482@psu.edu::7712bad1-4f27-490c-a2f4-326b2bd9a7c0" providerId="AD" clId="Web-{AA8E2490-C29A-69D5-337C-923961A41E30}" dt="2025-04-13T23:28:57.596" v="1666" actId="20577"/>
          <ac:spMkLst>
            <pc:docMk/>
            <pc:sldMk cId="1991248996" sldId="288"/>
            <ac:spMk id="7" creationId="{24DA9B59-336F-B4E9-910E-C66905F18B6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9A36780-99FF-4F1B-8F7E-AB9CA411D703}" type="datetimeFigureOut">
              <a:t>4/13/2025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B1122F-65F1-4E2E-B0D9-497946A672B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307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Liu, Wei, et al. </a:t>
            </a:r>
            <a:r>
              <a:rPr lang="en-US" i="1"/>
              <a:t>SSD: Single Shot </a:t>
            </a:r>
            <a:r>
              <a:rPr lang="en-US" i="1" err="1"/>
              <a:t>MultiBox</a:t>
            </a:r>
            <a:r>
              <a:rPr lang="en-US" i="1"/>
              <a:t> Detector</a:t>
            </a:r>
            <a:r>
              <a:rPr lang="en-US"/>
              <a:t>. 29 Dec. 2016.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1122F-65F1-4E2E-B0D9-497946A672B8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690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Liu, Wei, et al. </a:t>
            </a:r>
            <a:r>
              <a:rPr lang="en-US" i="1"/>
              <a:t>SSD: Single Shot </a:t>
            </a:r>
            <a:r>
              <a:rPr lang="en-US" i="1" err="1"/>
              <a:t>MultiBox</a:t>
            </a:r>
            <a:r>
              <a:rPr lang="en-US" i="1"/>
              <a:t> Detector</a:t>
            </a:r>
            <a:r>
              <a:rPr lang="en-US"/>
              <a:t>. 29 Dec. 2016.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4B1122F-65F1-4E2E-B0D9-497946A672B8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07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6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997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876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090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755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305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1358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0983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909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9379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407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168656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495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189024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0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64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033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52269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pennstateoffice365.sharepoint.com/sites/AI894Group8-Project/_layouts/15/stream.aspx?id=/sites/AI894Group8-Project/Shared%20Documents/General/Deliverables/yolo_output_video.mp4&amp;referrer=StreamWebApp.Web&amp;referrerScenario=AddressBarCopied.view.926a00e0-b629-446e-8b1f-6d7b75c21124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pennstateoffice365.sharepoint.com/sites/AI894Group8-Project/_layouts/15/stream.aspx?id=/sites/AI894Group8-Project/Shared%20Documents/General/Deliverables/ssd_output_video.mp4&amp;referrer=StreamWebApp.Web&amp;referrerScenario=AddressBarCopied.view.77eb7eed-e2f3-431c-8f9e-657c9e73e403" TargetMode="Externa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doi.org/10.1109/tpami.2016.2577031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1332" y="0"/>
            <a:ext cx="8001000" cy="2971801"/>
          </a:xfrm>
        </p:spPr>
        <p:txBody>
          <a:bodyPr>
            <a:normAutofit/>
          </a:bodyPr>
          <a:lstStyle/>
          <a:p>
            <a:r>
              <a:rPr lang="en-US" sz="3200" dirty="0">
                <a:latin typeface="Times New Roman"/>
                <a:cs typeface="Times New Roman"/>
              </a:rPr>
              <a:t>Comparison Between YOLO and SSD Algorithms for Video Real Time Object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AI-894 Team</a:t>
            </a:r>
            <a:r>
              <a:rPr lang="en-US" dirty="0">
                <a:solidFill>
                  <a:schemeClr val="bg1"/>
                </a:solidFill>
              </a:rPr>
              <a:t> 8</a:t>
            </a:r>
          </a:p>
          <a:p>
            <a:r>
              <a:rPr lang="en-US" dirty="0">
                <a:solidFill>
                  <a:schemeClr val="bg1"/>
                </a:solidFill>
                <a:latin typeface="Century Gothic"/>
                <a:cs typeface="Times New Roman"/>
              </a:rPr>
              <a:t>Dagmar Mojena Carrazana</a:t>
            </a:r>
          </a:p>
          <a:p>
            <a:r>
              <a:rPr lang="en-US" dirty="0">
                <a:solidFill>
                  <a:schemeClr val="bg1"/>
                </a:solidFill>
                <a:latin typeface="Century Gothic"/>
                <a:cs typeface="Times New Roman"/>
              </a:rPr>
              <a:t>Joshua Pauly</a:t>
            </a:r>
          </a:p>
          <a:p>
            <a:r>
              <a:rPr lang="en-US" dirty="0">
                <a:solidFill>
                  <a:schemeClr val="bg1"/>
                </a:solidFill>
                <a:latin typeface="Century Gothic"/>
                <a:cs typeface="Times New Roman"/>
              </a:rPr>
              <a:t>Josue Perez Gomez</a:t>
            </a:r>
          </a:p>
          <a:p>
            <a:endParaRPr lang="en-US" dirty="0">
              <a:solidFill>
                <a:srgbClr val="0F496F"/>
              </a:solidFill>
              <a:latin typeface="Century Gothic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AD2D45C7-2E37-44FD-AC77-116CD14B9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1FF88480-2CF1-4C54-8CE3-2CA9CD9FF8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A9043-5C7C-D176-A429-4F07FE441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5C3E4-2472-DEC1-E06F-E4A02A7990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987" y="1655064"/>
            <a:ext cx="10702343" cy="5340096"/>
          </a:xfrm>
        </p:spPr>
        <p:txBody>
          <a:bodyPr>
            <a:normAutofit/>
          </a:bodyPr>
          <a:lstStyle/>
          <a:p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This project compares two single shot detector models for the task of real-time object detection. </a:t>
            </a:r>
          </a:p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You Only Look Once(YOLO) and Single Shot Detector(SSD)</a:t>
            </a:r>
          </a:p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Using Pre-trained open-source models from Ultralytics(YOLO) and </a:t>
            </a:r>
            <a:r>
              <a:rPr lang="en-US" dirty="0" err="1">
                <a:solidFill>
                  <a:schemeClr val="tx1"/>
                </a:solidFill>
                <a:latin typeface="Century Gothic"/>
                <a:cs typeface="Times New Roman"/>
              </a:rPr>
              <a:t>PyTorch</a:t>
            </a: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(SSD) which were originally trained on the COCO dataset.</a:t>
            </a:r>
          </a:p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 Fine tuning was done with a car-dashcam video dataset called </a:t>
            </a:r>
            <a:r>
              <a:rPr lang="en-US" dirty="0" err="1">
                <a:solidFill>
                  <a:schemeClr val="tx1"/>
                </a:solidFill>
                <a:latin typeface="Century Gothic"/>
                <a:cs typeface="Times New Roman"/>
              </a:rPr>
              <a:t>Agroverse</a:t>
            </a:r>
            <a:r>
              <a:rPr lang="en-US">
                <a:solidFill>
                  <a:schemeClr val="tx1"/>
                </a:solidFill>
                <a:latin typeface="Century Gothic"/>
                <a:cs typeface="Times New Roman"/>
              </a:rPr>
              <a:t>-HD. </a:t>
            </a:r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Metrics like </a:t>
            </a:r>
            <a:r>
              <a:rPr lang="en-US" dirty="0" err="1">
                <a:solidFill>
                  <a:schemeClr val="tx1"/>
                </a:solidFill>
                <a:latin typeface="Century Gothic"/>
                <a:cs typeface="Times New Roman"/>
              </a:rPr>
              <a:t>mAP</a:t>
            </a: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, recall and inference time are used for the performance comparison.</a:t>
            </a:r>
          </a:p>
          <a:p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pPr marL="0" indent="0">
              <a:buClr>
                <a:srgbClr val="FFFFFF"/>
              </a:buClr>
              <a:buNone/>
            </a:pPr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706359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CD0F3-B499-0076-BFAE-4E6FCC5CC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46C80D85-9EA8-8F4B-DFBF-BAE26E5D8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C8F7FA32-F66D-2F9B-5BB5-1DFEBBDE2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83BA28-C2C1-52D9-981E-D55FCBEC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8A678F-3B6E-C82D-FBB5-2529506EE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987" y="2267601"/>
            <a:ext cx="10702343" cy="4157715"/>
          </a:xfrm>
        </p:spPr>
        <p:txBody>
          <a:bodyPr>
            <a:normAutofit lnSpcReduction="10000"/>
          </a:bodyPr>
          <a:lstStyle/>
          <a:p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Both YOLO and SSD are classified as one-stage detectors. </a:t>
            </a:r>
          </a:p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Applications for real-time object detection algorithms are such as surveillance and self-driving cars. 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The project explores and compares two popular real-time object detectors; SSD &amp; YOLO.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Both the YOLO &amp; the SSD model were developed to deal with many frames per second.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The SSD model balances accuracy and inference speed </a:t>
            </a:r>
            <a:r>
              <a:rPr lang="en-US">
                <a:solidFill>
                  <a:schemeClr val="tx1"/>
                </a:solidFill>
                <a:latin typeface="Century Gothic"/>
                <a:cs typeface="Times New Roman"/>
              </a:rPr>
              <a:t>by having multiple feature maps</a:t>
            </a: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 at different scales, whereas the YOLO model primarily focuses on runtime.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8019892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84D982-70A8-20F5-62C3-C6924255A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E519DD60-EF71-755C-3542-182AC726F7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282E743A-0CC8-A7AB-4E2A-95415AACD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B9371D-FB71-85A3-D2F2-EFF1A890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Previous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35A45-EA38-1544-CCC7-00C0212EA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11" y="2148840"/>
            <a:ext cx="10702343" cy="3622565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Previous work include models like: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R-CNN, Fast R-CNN &amp; Faster R-CNN</a:t>
            </a:r>
          </a:p>
          <a:p>
            <a:pPr>
              <a:buClr>
                <a:srgbClr val="000000"/>
              </a:buClr>
            </a:pPr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Previous algorithms are designed in two stages: Bounding Box and class score estimation. Followed by a classification of generated bounding boxes.</a:t>
            </a:r>
          </a:p>
          <a:p>
            <a:pPr>
              <a:buClr>
                <a:srgbClr val="000000"/>
              </a:buClr>
            </a:pPr>
            <a:endParaRPr lang="en-US" dirty="0">
              <a:solidFill>
                <a:schemeClr val="tx1"/>
              </a:solidFill>
              <a:latin typeface="Century Gothic"/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Drawbacks are: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Not optimal for real-time object detection.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Computationally expensive.</a:t>
            </a:r>
          </a:p>
          <a:p>
            <a:pPr marL="0" indent="0">
              <a:buClr>
                <a:srgbClr val="000000"/>
              </a:buClr>
              <a:buNone/>
            </a:pP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64528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C8CB39-A279-93F9-3755-37D204349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08896F4F-54B4-7CCE-3621-93F9E947FA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3E231DE6-D457-AA72-BC52-0BEA2060C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85E19AC-68D1-29C4-935A-0B3EB5DA5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SSD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EA86F-6CE7-FBA1-1515-0E33BDA31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General Architecture has the following stages: 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1) Feature map generator using a backbone network like VGG-16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2) Generate additional features, bounding boxes and scores at different scales with multiple CNNs 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3) Select the best bounding box and classification score with </a:t>
            </a:r>
            <a:r>
              <a:rPr lang="en-US">
                <a:solidFill>
                  <a:schemeClr val="tx1"/>
                </a:solidFill>
                <a:latin typeface="Century Gothic"/>
                <a:cs typeface="Times New Roman"/>
              </a:rPr>
              <a:t>Intersection over Union loss (</a:t>
            </a:r>
            <a:r>
              <a:rPr lang="en-US" err="1">
                <a:solidFill>
                  <a:schemeClr val="tx1"/>
                </a:solidFill>
                <a:latin typeface="Century Gothic"/>
                <a:cs typeface="Times New Roman"/>
              </a:rPr>
              <a:t>IoU</a:t>
            </a:r>
            <a:r>
              <a:rPr lang="en-US">
                <a:solidFill>
                  <a:schemeClr val="tx1"/>
                </a:solidFill>
                <a:latin typeface="Century Gothic"/>
                <a:cs typeface="Times New Roman"/>
              </a:rPr>
              <a:t>)</a:t>
            </a: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 and use NMS to remove redundant boxes.</a:t>
            </a:r>
            <a:endParaRPr lang="en-US" dirty="0">
              <a:solidFill>
                <a:schemeClr val="tx1"/>
              </a:solidFill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diagram of a number of rectangular objects&#10;&#10;AI-generated content may be incorrect.">
            <a:extLst>
              <a:ext uri="{FF2B5EF4-FFF2-40B4-BE49-F238E27FC236}">
                <a16:creationId xmlns:a16="http://schemas.microsoft.com/office/drawing/2014/main" id="{AAD3743F-A5D0-E670-9B21-824ECA810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13" y="3588315"/>
            <a:ext cx="10106025" cy="310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0754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551C9-B6E1-A9BB-F620-E86FF3900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BA768A5F-C2E7-313F-11E6-B060F50566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E29E0822-D9EB-1309-11AD-44E82EF8D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51C5C24-B56A-6CD4-40E6-F9BCE7E02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YOLO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2D499-D7E3-1F2F-8236-866EA3F6E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General architecture has the following stages: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1) The input image is passed through a </a:t>
            </a:r>
            <a:r>
              <a:rPr lang="en-US">
                <a:solidFill>
                  <a:schemeClr val="tx1"/>
                </a:solidFill>
                <a:latin typeface="Century Gothic"/>
                <a:cs typeface="Times New Roman"/>
              </a:rPr>
              <a:t>customized CNN backbone</a:t>
            </a: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 network, to extract feature maps. </a:t>
            </a:r>
          </a:p>
          <a:p>
            <a:pPr>
              <a:buClr>
                <a:srgbClr val="000000"/>
              </a:buClr>
            </a:pPr>
            <a:r>
              <a:rPr lang="en-US" dirty="0">
                <a:solidFill>
                  <a:schemeClr val="tx1"/>
                </a:solidFill>
                <a:latin typeface="Century Gothic"/>
                <a:cs typeface="Times New Roman"/>
              </a:rPr>
              <a:t>2) </a:t>
            </a:r>
            <a:r>
              <a:rPr lang="en-US">
                <a:solidFill>
                  <a:schemeClr val="tx1"/>
                </a:solidFill>
                <a:latin typeface="Century Gothic"/>
                <a:cs typeface="Times New Roman"/>
              </a:rPr>
              <a:t>It generates possible bounding boxes and a predictor for each object </a:t>
            </a:r>
            <a:endParaRPr lang="en-US">
              <a:solidFill>
                <a:schemeClr val="tx1"/>
              </a:solidFill>
              <a:cs typeface="Times New Roman"/>
            </a:endParaRPr>
          </a:p>
          <a:p>
            <a:pPr>
              <a:buClr>
                <a:srgbClr val="000000"/>
              </a:buClr>
            </a:pPr>
            <a:r>
              <a:rPr lang="en-US">
                <a:solidFill>
                  <a:schemeClr val="tx1"/>
                </a:solidFill>
                <a:latin typeface="Century Gothic"/>
                <a:cs typeface="Times New Roman"/>
              </a:rPr>
              <a:t>3) Finally with NMS it reduces possible bounding boxes and selects the best bounding box and predictor.</a:t>
            </a: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rgbClr val="FFFFFF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7" descr="A diagram of a diagram&#10;&#10;AI-generated content may be incorrect.">
            <a:extLst>
              <a:ext uri="{FF2B5EF4-FFF2-40B4-BE49-F238E27FC236}">
                <a16:creationId xmlns:a16="http://schemas.microsoft.com/office/drawing/2014/main" id="{126E2D84-9CAD-8E9D-83B0-1C80D1459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84" y="3628515"/>
            <a:ext cx="10658475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0936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20FAE2-395C-CB15-C55C-F738C3D96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C6E70EAF-ABBC-147E-CE3A-5AC9A67EC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3B310549-19D1-8043-F0C4-B14ACBD4D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00C48D-2F41-753D-8034-2834CE68E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AB9041-2FAE-8F25-386D-7D1F66479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diagram of a training model&#10;&#10;AI-generated content may be incorrect.">
            <a:extLst>
              <a:ext uri="{FF2B5EF4-FFF2-40B4-BE49-F238E27FC236}">
                <a16:creationId xmlns:a16="http://schemas.microsoft.com/office/drawing/2014/main" id="{758794E3-71FE-E4F6-2EF4-E54A94B28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12" y="1509321"/>
            <a:ext cx="11644116" cy="4350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5596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3259BA-B7FF-1D9B-BEAB-1754192E9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2ABA99F2-B49B-EA12-00AA-73E49F13F9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5B02E1D3-B77E-73B6-ACA0-4ACBE84E66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05FED3-E62E-6583-E61E-0B35722D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Data source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79D9-4430-E69F-06D8-22FEC82A7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85F036-4D6D-02B1-5229-16E1283901C0}"/>
              </a:ext>
            </a:extLst>
          </p:cNvPr>
          <p:cNvSpPr txBox="1"/>
          <p:nvPr/>
        </p:nvSpPr>
        <p:spPr>
          <a:xfrm>
            <a:off x="632564" y="1352811"/>
            <a:ext cx="8014569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 err="1">
                <a:latin typeface="Century Gothic"/>
                <a:cs typeface="Times New Roman"/>
              </a:rPr>
              <a:t>Agroverse</a:t>
            </a:r>
            <a:r>
              <a:rPr lang="en-US" sz="2000" dirty="0">
                <a:latin typeface="Century Gothic"/>
                <a:cs typeface="Times New Roman"/>
              </a:rPr>
              <a:t>-HD: JPEG Images from 113 video sequences and </a:t>
            </a:r>
            <a:r>
              <a:rPr lang="en-US" sz="2000">
                <a:latin typeface="Century Gothic"/>
                <a:cs typeface="Times New Roman"/>
              </a:rPr>
              <a:t>a </a:t>
            </a:r>
            <a:r>
              <a:rPr lang="en-US" sz="2000" dirty="0">
                <a:latin typeface="Century Gothic"/>
                <a:cs typeface="Times New Roman"/>
              </a:rPr>
              <a:t>JSON file with boundary box locations and classes</a:t>
            </a:r>
          </a:p>
          <a:p>
            <a:pPr marL="742950" lvl="2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65 videos for training 39,384 images</a:t>
            </a:r>
          </a:p>
          <a:p>
            <a:pPr marL="742950" lvl="2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24 videos for validation 15,062 images </a:t>
            </a:r>
          </a:p>
          <a:p>
            <a:pPr marL="742950" lvl="2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Approximately 1.3 million annotated objects</a:t>
            </a:r>
          </a:p>
          <a:p>
            <a:pPr marL="742950" lvl="2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Classes: person, bicycle, car, motorcycle, bus, truck, traffic light and stop sign.</a:t>
            </a:r>
          </a:p>
        </p:txBody>
      </p:sp>
      <p:pic>
        <p:nvPicPr>
          <p:cNvPr id="9" name="Picture 8" descr="A person standing on a road with cars and people&#10;&#10;AI-generated content may be incorrect.">
            <a:extLst>
              <a:ext uri="{FF2B5EF4-FFF2-40B4-BE49-F238E27FC236}">
                <a16:creationId xmlns:a16="http://schemas.microsoft.com/office/drawing/2014/main" id="{84A8EA9C-D4AB-F149-1982-D660C8349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988" y="4329182"/>
            <a:ext cx="4160199" cy="2654505"/>
          </a:xfrm>
          <a:prstGeom prst="rect">
            <a:avLst/>
          </a:prstGeom>
        </p:spPr>
      </p:pic>
      <p:pic>
        <p:nvPicPr>
          <p:cNvPr id="11" name="Picture 10" descr="A bus and a car on a street&#10;&#10;AI-generated content may be incorrect.">
            <a:extLst>
              <a:ext uri="{FF2B5EF4-FFF2-40B4-BE49-F238E27FC236}">
                <a16:creationId xmlns:a16="http://schemas.microsoft.com/office/drawing/2014/main" id="{E758DC9C-C7E6-A183-1E61-B07FD68F2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6822" y="4279265"/>
            <a:ext cx="4202394" cy="2651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7656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0AF295-87AA-B4DB-7C3B-838A7594D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AB73FED1-1739-3D92-AAE5-C61A777335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3E7D4276-19F1-6C6B-AC16-9E052A8F3F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0CBAFF-086D-A735-970A-8C1227345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507067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F796F-9C21-0FA1-FD46-3A19181F7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12D9F-A793-B626-B5DA-814307BBB956}"/>
              </a:ext>
            </a:extLst>
          </p:cNvPr>
          <p:cNvSpPr txBox="1"/>
          <p:nvPr/>
        </p:nvSpPr>
        <p:spPr>
          <a:xfrm>
            <a:off x="471902" y="1090627"/>
            <a:ext cx="8014569" cy="29392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Two most widely used models for real time object detection: YOLO and SSD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>
              <a:latin typeface="Century Gothic"/>
              <a:cs typeface="Times New Roman"/>
            </a:endParaRP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Finetuned pretrained models </a:t>
            </a:r>
          </a:p>
          <a:p>
            <a:pPr marL="742950" lvl="2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YOLOv11 from Ultralytics </a:t>
            </a:r>
          </a:p>
          <a:p>
            <a:pPr marL="742950" lvl="2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>
              <a:latin typeface="Century Gothic"/>
              <a:cs typeface="Times New Roman"/>
            </a:endParaRPr>
          </a:p>
          <a:p>
            <a:pPr marL="742950" lvl="2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SSD300 from Pytorch</a:t>
            </a:r>
          </a:p>
        </p:txBody>
      </p:sp>
    </p:spTree>
    <p:extLst>
      <p:ext uri="{BB962C8B-B14F-4D97-AF65-F5344CB8AC3E}">
        <p14:creationId xmlns:p14="http://schemas.microsoft.com/office/powerpoint/2010/main" val="40452773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9B0FC6-15C7-1398-64FC-BF666C2F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6FA0D35D-52B0-1907-4ABB-14B31B4201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59A4598B-C0DB-030F-A1C1-EEE65AB12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4D26A-01F5-5281-68E4-C23684D0C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Data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20E992-8073-4BA3-B0A2-02F753C040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AD8379-3147-B9B5-674B-06D8FED606FD}"/>
              </a:ext>
            </a:extLst>
          </p:cNvPr>
          <p:cNvSpPr txBox="1"/>
          <p:nvPr/>
        </p:nvSpPr>
        <p:spPr>
          <a:xfrm>
            <a:off x="561772" y="920384"/>
            <a:ext cx="10228147" cy="235449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Class imbalance</a:t>
            </a:r>
          </a:p>
          <a:p>
            <a:pPr marL="742950" lvl="3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Used copy and paste method to increase underrepresented classes</a:t>
            </a:r>
          </a:p>
          <a:p>
            <a:pPr marL="742950" lvl="3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Performed horizontal flipping augmentation on images that contained underrepresented classes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Augmentation: Blurring, brightening, contrast changes and hue shift were applied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F2C496D-588A-26CD-FCE1-27B7C89ACC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28" y="3274875"/>
            <a:ext cx="4496394" cy="3186372"/>
          </a:xfrm>
          <a:prstGeom prst="rect">
            <a:avLst/>
          </a:prstGeom>
        </p:spPr>
      </p:pic>
      <p:pic>
        <p:nvPicPr>
          <p:cNvPr id="12" name="Picture 11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374D1E56-B293-6A9F-2908-AEDFD10CC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600" y="3283265"/>
            <a:ext cx="4510093" cy="3099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053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5B6920-923F-98F1-B94A-C611417B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C34DAF8F-739B-E9A8-D314-8ECA9A598D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2B706BF6-A391-4E21-DE8A-C585FF670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E56B4D-4217-8F21-BE1B-684312A8D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8D47D-7FB9-DB7E-9D8D-414BA8B47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4D941E-ABCC-0D07-1B3E-E153D9FF8465}"/>
              </a:ext>
            </a:extLst>
          </p:cNvPr>
          <p:cNvSpPr txBox="1"/>
          <p:nvPr/>
        </p:nvSpPr>
        <p:spPr>
          <a:xfrm>
            <a:off x="616636" y="1226423"/>
            <a:ext cx="8014569" cy="52322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YOLO Hyperparameters: learning rate = 0.0001, weight decay = 0.01, patience = 5, batch size =16 and optimizer = </a:t>
            </a:r>
            <a:r>
              <a:rPr lang="en-US" sz="2000" dirty="0" err="1">
                <a:latin typeface="Century Gothic"/>
                <a:cs typeface="Times New Roman"/>
              </a:rPr>
              <a:t>AdamW</a:t>
            </a:r>
            <a:r>
              <a:rPr lang="en-US" sz="2000" dirty="0">
                <a:latin typeface="Century Gothic"/>
                <a:cs typeface="Times New Roman"/>
              </a:rPr>
              <a:t>. Training was terminated at 17 epochs after no improvement was made preventing overfitting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>
              <a:latin typeface="Century Gothic"/>
              <a:cs typeface="Times New Roman"/>
            </a:endParaRP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SSD Hyperparameters: learning rate = 0.00005, weight decay = 0.001, patience = 10, optimizer = </a:t>
            </a:r>
            <a:r>
              <a:rPr lang="en-US" sz="2000" dirty="0" err="1">
                <a:latin typeface="Century Gothic"/>
                <a:cs typeface="Times New Roman"/>
              </a:rPr>
              <a:t>AdamW</a:t>
            </a:r>
            <a:r>
              <a:rPr lang="en-US" sz="2000" dirty="0">
                <a:latin typeface="Century Gothic"/>
                <a:cs typeface="Times New Roman"/>
              </a:rPr>
              <a:t>. Training was terminated at 16 epochs after no improvement was made preventing overfitting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Two loss functions were used for both models: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Intersection over Union (</a:t>
            </a:r>
            <a:r>
              <a:rPr lang="en-US" sz="2000" dirty="0" err="1">
                <a:latin typeface="Century Gothic"/>
                <a:cs typeface="Times New Roman"/>
              </a:rPr>
              <a:t>IoU</a:t>
            </a:r>
            <a:r>
              <a:rPr lang="en-US" sz="2000" dirty="0">
                <a:latin typeface="Century Gothic"/>
                <a:cs typeface="Times New Roman"/>
              </a:rPr>
              <a:t>) loss function to calculate predicted boxes coverage of the truth boxes.</a:t>
            </a:r>
          </a:p>
          <a:p>
            <a:pPr marL="742950" lvl="1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Classification loss function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>
              <a:latin typeface="Century Gothic"/>
              <a:cs typeface="Times New Roman"/>
            </a:endParaRPr>
          </a:p>
        </p:txBody>
      </p:sp>
      <p:pic>
        <p:nvPicPr>
          <p:cNvPr id="4" name="Picture 3" descr="Intersection over Union (IoU): A comprehensive guide">
            <a:extLst>
              <a:ext uri="{FF2B5EF4-FFF2-40B4-BE49-F238E27FC236}">
                <a16:creationId xmlns:a16="http://schemas.microsoft.com/office/drawing/2014/main" id="{CF9FF55A-5B1B-0549-568D-595C538AFC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5557" y="4946545"/>
            <a:ext cx="3110427" cy="170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9624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2DC117-089B-3DF6-DC52-8E561D020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1C7A2000-2009-6B02-A716-AE00D71B4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C7FF36DA-7E4A-92C0-0A8E-C0F5431232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E3ECF6-878E-0D9A-B22D-6EBB44C5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Metrics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E4BB42-206B-65F6-8B3E-D6CCA425F3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BEEA4-BE26-E5C0-3671-91C1BDAC3883}"/>
              </a:ext>
            </a:extLst>
          </p:cNvPr>
          <p:cNvSpPr txBox="1"/>
          <p:nvPr/>
        </p:nvSpPr>
        <p:spPr>
          <a:xfrm>
            <a:off x="616636" y="1377144"/>
            <a:ext cx="8014569" cy="45858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prstClr val="black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Mean Average Precision(mAP50) -</a:t>
            </a:r>
            <a:endParaRPr lang="en-US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/>
              <a:t>Mean Average Precision(mAP50:95) -</a:t>
            </a:r>
            <a:endParaRPr lang="en-US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/>
              <a:t>Recall = True Positives / (True Positives + False Negatives)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/>
              <a:t>Confusion </a:t>
            </a:r>
            <a:r>
              <a:rPr lang="en-US" sz="2000" dirty="0" err="1"/>
              <a:t>Martix</a:t>
            </a:r>
            <a:r>
              <a:rPr lang="en-US" sz="2000" dirty="0"/>
              <a:t> shows predicted values compared to actual values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/>
              <a:t>Inference speed is the average calculation to determine prediction on an image measured in </a:t>
            </a:r>
            <a:r>
              <a:rPr lang="en-US" sz="2000" dirty="0" err="1"/>
              <a:t>ms</a:t>
            </a:r>
            <a:endParaRPr lang="en-US" sz="2000" err="1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CCDFC4-0197-236C-1876-45E98C1BCC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471" y="1268588"/>
            <a:ext cx="4374976" cy="6256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7D3DDCC-6B79-D71D-C917-839813DE34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907" y="2032413"/>
            <a:ext cx="4877582" cy="642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4598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D1AC1-6090-1825-193B-B4071AA8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8DF8593E-4EBC-E98C-699C-9B3E320E8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6251561B-5E97-358D-BA0F-D63C60FC6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4D16B5-C173-C660-DEE1-90BCD12F9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Results -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48B522-1A0F-3D59-D403-2C27D29DFB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E06F34-013D-355E-A22C-C35B71378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787" y="1572847"/>
            <a:ext cx="8817540" cy="4195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9083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5BCE5D-BF94-F8FB-0B5F-1EA5881A3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E07F71E0-88CC-A471-9F1D-F28467960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E10D4B76-1D00-8998-A6C4-D7F7AEC34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0E7A25-FCD5-B007-382F-C6FF3887D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chemeClr val="tx2"/>
                </a:solidFill>
              </a:rPr>
              <a:t>Results – confusion matrix yolo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5ACE4-A991-31A2-4E7B-C52C33D56B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FFD5BA-CBC5-86C0-1DB3-1DD3072B6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51" y="1148218"/>
            <a:ext cx="8384647" cy="570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4779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C9A73-D5A1-45BB-7E5D-04745772D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52BB78D8-C984-4C01-6F4D-CF4D54BB68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FD64D4B6-B927-A617-DD4D-E05C25216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1E9503-ADF9-EB74-DCB2-654E0139C7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 fontScale="90000"/>
          </a:bodyPr>
          <a:lstStyle/>
          <a:p>
            <a:r>
              <a:rPr lang="en-US" sz="4000">
                <a:solidFill>
                  <a:schemeClr val="tx2"/>
                </a:solidFill>
              </a:rPr>
              <a:t>Results – confusion matrix </a:t>
            </a:r>
            <a:r>
              <a:rPr lang="en-US" sz="4000" err="1">
                <a:solidFill>
                  <a:schemeClr val="tx2"/>
                </a:solidFill>
              </a:rPr>
              <a:t>ssd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8FCFF-9A03-1FFA-A718-FB3F3E35F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47106F6-D2D8-1868-B429-9F77523B7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757" y="876821"/>
            <a:ext cx="8534594" cy="598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419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0846E-A7AB-C7EC-B34A-2CA66A4AC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82E5BBED-23FF-BFFE-4DA6-82A70E3DA3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578FEB21-9682-81BC-73B1-F7C9237409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6FEDF57-0A5E-5195-BCBA-B0282315F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Results – Inference speed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DED67-6E08-1669-13D8-54461D4E6C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E7E93-AF4E-4E39-DDE6-74A784CB3813}"/>
              </a:ext>
            </a:extLst>
          </p:cNvPr>
          <p:cNvSpPr txBox="1"/>
          <p:nvPr/>
        </p:nvSpPr>
        <p:spPr>
          <a:xfrm>
            <a:off x="632564" y="1352811"/>
            <a:ext cx="10039610" cy="17389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>
                <a:latin typeface="Century Gothic"/>
                <a:cs typeface="Times New Roman"/>
              </a:rPr>
              <a:t>Target of 16.67ms or less, anything less will work for a 60FPS live feed</a:t>
            </a:r>
            <a:endParaRPr lang="en-US"/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>
              <a:latin typeface="Century Gothic"/>
              <a:cs typeface="Times New Roman"/>
            </a:endParaRP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YOLO model had an inference speed average of 2.5ms per image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SSD model had an inference speed average of 7.5ms per image</a:t>
            </a:r>
          </a:p>
        </p:txBody>
      </p:sp>
    </p:spTree>
    <p:extLst>
      <p:ext uri="{BB962C8B-B14F-4D97-AF65-F5344CB8AC3E}">
        <p14:creationId xmlns:p14="http://schemas.microsoft.com/office/powerpoint/2010/main" val="19509991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C0DB21-9321-996A-CACB-21F07910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0B1CECFF-10CA-7B13-EA0C-C9587A871B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FFBE3AB7-AD39-B901-E46B-31E33D7517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7F554B-2E4B-E4B1-C530-E01C83A77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831D-3184-382B-28D9-8082E1D08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F3776-25A6-644A-69BD-18B937AB58D0}"/>
              </a:ext>
            </a:extLst>
          </p:cNvPr>
          <p:cNvSpPr txBox="1"/>
          <p:nvPr/>
        </p:nvSpPr>
        <p:spPr>
          <a:xfrm>
            <a:off x="632564" y="1352811"/>
            <a:ext cx="10039610" cy="19082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latin typeface="Century Gothic"/>
                <a:cs typeface="Times New Roman"/>
              </a:rPr>
              <a:t>YOLO outperformed SSD in the three key metrics: Accuracy, Inference speed and training hardware requirements </a:t>
            </a: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endParaRPr lang="en-US" sz="2000" dirty="0">
              <a:cs typeface="Times New Roman"/>
            </a:endParaRP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Clr>
                <a:srgbClr val="000000"/>
              </a:buClr>
              <a:buSzPct val="80000"/>
              <a:buFont typeface="Wingdings 3" panose="05040102010807070707" pitchFamily="18" charset="2"/>
              <a:buChar char=""/>
            </a:pPr>
            <a:r>
              <a:rPr lang="en-US" sz="2000" dirty="0">
                <a:cs typeface="Times New Roman"/>
              </a:rPr>
              <a:t>Limitations of project: Use of pretrained models, training and evaluation was only conducted on one data source </a:t>
            </a:r>
            <a:r>
              <a:rPr lang="en-US" sz="2000" dirty="0" err="1">
                <a:cs typeface="Times New Roman"/>
              </a:rPr>
              <a:t>Agroverse</a:t>
            </a:r>
            <a:r>
              <a:rPr lang="en-US" sz="2000" dirty="0">
                <a:cs typeface="Times New Roman"/>
              </a:rPr>
              <a:t>-HD</a:t>
            </a:r>
          </a:p>
        </p:txBody>
      </p:sp>
    </p:spTree>
    <p:extLst>
      <p:ext uri="{BB962C8B-B14F-4D97-AF65-F5344CB8AC3E}">
        <p14:creationId xmlns:p14="http://schemas.microsoft.com/office/powerpoint/2010/main" val="30540655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C4865-4808-1D1A-0FF7-87E50DA58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216BD06F-4015-7143-7D14-F7804353D4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5C650215-2223-CE62-07C1-47022E90C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3A7D55-13FF-8E6C-03EB-E0D6F007D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DEMO - yolo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C22E3-1A0E-BAAE-2738-5450140F8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nline Media 3" title="yolo_output_video.mp4">
            <a:hlinkClick r:id="" action="ppaction://media"/>
            <a:extLst>
              <a:ext uri="{FF2B5EF4-FFF2-40B4-BE49-F238E27FC236}">
                <a16:creationId xmlns:a16="http://schemas.microsoft.com/office/drawing/2014/main" id="{598703A0-75E2-0D3F-2764-7E54612810A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00429" y="952500"/>
            <a:ext cx="8437562" cy="531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52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EC2067-01E3-B9B1-F694-856F581E2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B7669798-B730-93D7-26FB-68BD28515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1309E6F7-85EB-AD21-DA76-304164251A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8DDFC-D039-512E-BFA1-4E5A28638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DEMO – </a:t>
            </a:r>
            <a:r>
              <a:rPr lang="en-US" sz="4000">
                <a:solidFill>
                  <a:schemeClr val="tx2"/>
                </a:solidFill>
              </a:rPr>
              <a:t>ssd</a:t>
            </a:r>
            <a:endParaRPr lang="en-US" sz="4000" err="1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630D9-A58A-4333-9B16-23A6715AE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pic>
        <p:nvPicPr>
          <p:cNvPr id="4" name="Online Media 3" title="ssd_output_video.mp4">
            <a:hlinkClick r:id="" action="ppaction://media"/>
            <a:extLst>
              <a:ext uri="{FF2B5EF4-FFF2-40B4-BE49-F238E27FC236}">
                <a16:creationId xmlns:a16="http://schemas.microsoft.com/office/drawing/2014/main" id="{551837A8-4026-B558-88D4-01CDC390825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031506" y="886976"/>
            <a:ext cx="9436100" cy="5857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5626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10000">
              <a:schemeClr val="bg1">
                <a:tint val="97000"/>
                <a:hueMod val="92000"/>
                <a:satMod val="169000"/>
                <a:lumMod val="164000"/>
              </a:schemeClr>
            </a:gs>
            <a:gs pos="100000">
              <a:schemeClr val="bg1">
                <a:shade val="96000"/>
                <a:satMod val="120000"/>
                <a:lumMod val="90000"/>
              </a:schemeClr>
            </a:gs>
          </a:gsLst>
          <a:lin ang="612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07F7C9-76A4-5A67-48EB-F4369D3A5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nip Diagonal Corner Rectangle 6">
            <a:extLst>
              <a:ext uri="{FF2B5EF4-FFF2-40B4-BE49-F238E27FC236}">
                <a16:creationId xmlns:a16="http://schemas.microsoft.com/office/drawing/2014/main" id="{043891CB-4F94-70F2-C1A1-DF9F433F9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925" y="2"/>
            <a:ext cx="12191075" cy="6857998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002">
            <a:schemeClr val="dk2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 useBgFill="1">
        <p:nvSpPr>
          <p:cNvPr id="6" name="Snip Single Corner Rectangle 17">
            <a:extLst>
              <a:ext uri="{FF2B5EF4-FFF2-40B4-BE49-F238E27FC236}">
                <a16:creationId xmlns:a16="http://schemas.microsoft.com/office/drawing/2014/main" id="{EC99CE09-A469-0108-5D7B-0CA8164BA2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1"/>
            <a:ext cx="12188825" cy="6857999"/>
          </a:xfrm>
          <a:prstGeom prst="snip1Rect">
            <a:avLst>
              <a:gd name="adj" fmla="val 5000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5A01D4-14B1-3208-3395-CB8ABCB8DE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987" y="1191"/>
            <a:ext cx="8534400" cy="1225232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tx2"/>
                </a:solidFill>
              </a:rPr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08A37-98A2-E07A-FF44-3EDD1046C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927" y="1227124"/>
            <a:ext cx="10702343" cy="3615267"/>
          </a:xfrm>
        </p:spPr>
        <p:txBody>
          <a:bodyPr>
            <a:normAutofit/>
          </a:bodyPr>
          <a:lstStyle/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bg1"/>
              </a:solidFill>
              <a:latin typeface="Century Gothic"/>
              <a:cs typeface="Times New Roman"/>
            </a:endParaRPr>
          </a:p>
          <a:p>
            <a:pPr>
              <a:buClr>
                <a:srgbClr val="FFFFFF"/>
              </a:buClr>
            </a:pPr>
            <a:endParaRPr lang="en-US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DA9B59-336F-B4E9-910E-C66905F18B6D}"/>
              </a:ext>
            </a:extLst>
          </p:cNvPr>
          <p:cNvSpPr txBox="1"/>
          <p:nvPr/>
        </p:nvSpPr>
        <p:spPr>
          <a:xfrm>
            <a:off x="632564" y="1352811"/>
            <a:ext cx="10039610" cy="430887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457200">
              <a:spcBef>
                <a:spcPct val="20000"/>
              </a:spcBef>
              <a:spcAft>
                <a:spcPts val="600"/>
              </a:spcAft>
            </a:pPr>
            <a:endParaRPr lang="en-US">
              <a:solidFill>
                <a:srgbClr val="0F496F"/>
              </a:solidFill>
              <a:latin typeface="Times New Roman"/>
              <a:cs typeface="Times New Roman"/>
            </a:endParaRPr>
          </a:p>
          <a:p>
            <a:pPr defTabSz="457200"/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[1] S. </a:t>
            </a:r>
            <a:r>
              <a:rPr lang="en-US" err="1">
                <a:solidFill>
                  <a:srgbClr val="000000"/>
                </a:solidFill>
                <a:latin typeface="Times New Roman"/>
                <a:cs typeface="Times New Roman"/>
              </a:rPr>
              <a:t>Tennekoon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, N. </a:t>
            </a:r>
            <a:r>
              <a:rPr lang="en-US" err="1">
                <a:solidFill>
                  <a:srgbClr val="000000"/>
                </a:solidFill>
                <a:latin typeface="Times New Roman"/>
                <a:cs typeface="Times New Roman"/>
              </a:rPr>
              <a:t>Wedasingha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, A. </a:t>
            </a:r>
            <a:r>
              <a:rPr lang="en-US" err="1">
                <a:solidFill>
                  <a:srgbClr val="000000"/>
                </a:solidFill>
                <a:latin typeface="Times New Roman"/>
                <a:cs typeface="Times New Roman"/>
              </a:rPr>
              <a:t>Welhenge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, N. </a:t>
            </a:r>
            <a:r>
              <a:rPr lang="en-US" err="1">
                <a:solidFill>
                  <a:srgbClr val="000000"/>
                </a:solidFill>
                <a:latin typeface="Times New Roman"/>
                <a:cs typeface="Times New Roman"/>
              </a:rPr>
              <a:t>Abhayasinghe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 and I. Murray Am, "Advancing Object Detection: A Narrative Review of Evolving Techniques and Their Navigation Applications," in IEEE Access, vol. 13, pp. 50534-50555, 2025</a:t>
            </a:r>
          </a:p>
          <a:p>
            <a:pPr defTabSz="457200"/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defTabSz="457200"/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[2] Ren, Shaoqing, et al. “Faster R-CNN: Towards Real-Time Object Detection with Region Proposal Networks.” </a:t>
            </a:r>
            <a:r>
              <a:rPr lang="en-US" i="1">
                <a:solidFill>
                  <a:srgbClr val="000000"/>
                </a:solidFill>
                <a:latin typeface="Times New Roman"/>
                <a:cs typeface="Times New Roman"/>
              </a:rPr>
              <a:t>IEEE Transactions on Pattern Analysis and Machine Intelligence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, vol. 39, no. 6, 1 June 2017, pp. 1137–1149, </a:t>
            </a:r>
            <a:r>
              <a:rPr lang="en-US" u="sng">
                <a:solidFill>
                  <a:srgbClr val="000000"/>
                </a:solidFill>
                <a:latin typeface="Times New Roman"/>
                <a:cs typeface="Times New Roman"/>
                <a:hlinkClick r:id="rId2"/>
              </a:rPr>
              <a:t>https://doi.org/10.1109/tpami.2016.2577031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.</a:t>
            </a:r>
          </a:p>
          <a:p>
            <a:pPr defTabSz="457200"/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defTabSz="457200"/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‌[3] Redmon, Joseph, et al. </a:t>
            </a:r>
            <a:r>
              <a:rPr lang="en-US" i="1">
                <a:solidFill>
                  <a:srgbClr val="000000"/>
                </a:solidFill>
                <a:latin typeface="Times New Roman"/>
                <a:cs typeface="Times New Roman"/>
              </a:rPr>
              <a:t>You Only Look Once: Unified, Real-Time Object Detection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. 9 May 2016.</a:t>
            </a:r>
          </a:p>
          <a:p>
            <a:pPr defTabSz="457200"/>
            <a:endParaRPr lang="en-US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defTabSz="457200"/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[4] Liu, Wei, et al. </a:t>
            </a:r>
            <a:r>
              <a:rPr lang="en-US" i="1">
                <a:solidFill>
                  <a:srgbClr val="000000"/>
                </a:solidFill>
                <a:latin typeface="Times New Roman"/>
                <a:cs typeface="Times New Roman"/>
              </a:rPr>
              <a:t>SSD: Single Shot </a:t>
            </a:r>
            <a:r>
              <a:rPr lang="en-US" i="1" err="1">
                <a:solidFill>
                  <a:srgbClr val="000000"/>
                </a:solidFill>
                <a:latin typeface="Times New Roman"/>
                <a:cs typeface="Times New Roman"/>
              </a:rPr>
              <a:t>MultiBox</a:t>
            </a:r>
            <a:r>
              <a:rPr lang="en-US" i="1">
                <a:solidFill>
                  <a:srgbClr val="000000"/>
                </a:solidFill>
                <a:latin typeface="Times New Roman"/>
                <a:cs typeface="Times New Roman"/>
              </a:rPr>
              <a:t> Detector</a:t>
            </a:r>
            <a:r>
              <a:rPr lang="en-US">
                <a:solidFill>
                  <a:srgbClr val="000000"/>
                </a:solidFill>
                <a:latin typeface="Times New Roman"/>
                <a:cs typeface="Times New Roman"/>
              </a:rPr>
              <a:t>. 29 Dec. 2016.</a:t>
            </a:r>
            <a:endParaRPr lang="en-US">
              <a:latin typeface="Times New Roman"/>
              <a:cs typeface="Times New Roman"/>
            </a:endParaRPr>
          </a:p>
          <a:p>
            <a:pPr defTabSz="457200">
              <a:spcBef>
                <a:spcPct val="20000"/>
              </a:spcBef>
              <a:spcAft>
                <a:spcPts val="600"/>
              </a:spcAft>
            </a:pPr>
            <a:endParaRPr lang="en-US" sz="2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285750" indent="-285750" defTabSz="457200">
              <a:spcBef>
                <a:spcPct val="20000"/>
              </a:spcBef>
              <a:spcAft>
                <a:spcPts val="600"/>
              </a:spcAft>
              <a:buFont typeface="Arial" panose="05040102010807070707" pitchFamily="18" charset="2"/>
              <a:buChar char="•"/>
            </a:pPr>
            <a:endParaRPr lang="en-US" sz="2000">
              <a:solidFill>
                <a:srgbClr val="0F496F"/>
              </a:solidFill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12489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E36F2331A848346BCC7A559F50DF7AC" ma:contentTypeVersion="12" ma:contentTypeDescription="Create a new document." ma:contentTypeScope="" ma:versionID="96bb9c8f4b1da1a33b0b4a7c8b706dca">
  <xsd:schema xmlns:xsd="http://www.w3.org/2001/XMLSchema" xmlns:xs="http://www.w3.org/2001/XMLSchema" xmlns:p="http://schemas.microsoft.com/office/2006/metadata/properties" xmlns:ns2="17079126-969e-40e4-90c2-1da527b3b864" xmlns:ns3="70d2be38-153e-423d-ad45-d5d5148da97b" targetNamespace="http://schemas.microsoft.com/office/2006/metadata/properties" ma:root="true" ma:fieldsID="c376fd9e94963f7f4aad73fcd71eca37" ns2:_="" ns3:_="">
    <xsd:import namespace="17079126-969e-40e4-90c2-1da527b3b864"/>
    <xsd:import namespace="70d2be38-153e-423d-ad45-d5d5148da97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079126-969e-40e4-90c2-1da527b3b8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2be38-153e-423d-ad45-d5d5148da97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d43f565-cb09-4195-8819-ef68ea7dd312}" ma:internalName="TaxCatchAll" ma:showField="CatchAllData" ma:web="70d2be38-153e-423d-ad45-d5d5148da97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0d2be38-153e-423d-ad45-d5d5148da97b" xsi:nil="true"/>
    <lcf76f155ced4ddcb4097134ff3c332f xmlns="17079126-969e-40e4-90c2-1da527b3b86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0BBB974-71F6-4810-9826-08840EC4722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079126-969e-40e4-90c2-1da527b3b864"/>
    <ds:schemaRef ds:uri="70d2be38-153e-423d-ad45-d5d5148da97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80AF59B-6A9B-49C6-B508-15989593AD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613A6-DA18-41A4-A13F-BFAC445BCC30}">
  <ds:schemaRefs>
    <ds:schemaRef ds:uri="http://schemas.microsoft.com/office/infopath/2007/PartnerControls"/>
    <ds:schemaRef ds:uri="70d2be38-153e-423d-ad45-d5d5148da97b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www.w3.org/XML/1998/namespace"/>
    <ds:schemaRef ds:uri="http://purl.org/dc/terms/"/>
    <ds:schemaRef ds:uri="17079126-969e-40e4-90c2-1da527b3b864"/>
    <ds:schemaRef ds:uri="http://schemas.microsoft.com/office/2006/metadata/propertie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936</Words>
  <Application>Microsoft Office PowerPoint</Application>
  <PresentationFormat>Widescreen</PresentationFormat>
  <Paragraphs>127</Paragraphs>
  <Slides>20</Slides>
  <Notes>2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Times New Roman</vt:lpstr>
      <vt:lpstr>Wingdings 3</vt:lpstr>
      <vt:lpstr>Slice</vt:lpstr>
      <vt:lpstr>Comparison Between YOLO and SSD Algorithms for Video Real Time Object Detection</vt:lpstr>
      <vt:lpstr>ABSTRACT</vt:lpstr>
      <vt:lpstr>introduction</vt:lpstr>
      <vt:lpstr>Previous works</vt:lpstr>
      <vt:lpstr>SSD Architecture</vt:lpstr>
      <vt:lpstr>YOLO Architecture</vt:lpstr>
      <vt:lpstr>WORKFLOW</vt:lpstr>
      <vt:lpstr>Data source</vt:lpstr>
      <vt:lpstr>Model selection</vt:lpstr>
      <vt:lpstr>Data processing</vt:lpstr>
      <vt:lpstr>training</vt:lpstr>
      <vt:lpstr>Metrics</vt:lpstr>
      <vt:lpstr>Results - map</vt:lpstr>
      <vt:lpstr>Results – confusion matrix yolo</vt:lpstr>
      <vt:lpstr>Results – confusion matrix ssd</vt:lpstr>
      <vt:lpstr>Results – Inference speed</vt:lpstr>
      <vt:lpstr>conclusion</vt:lpstr>
      <vt:lpstr>DEMO - yolo</vt:lpstr>
      <vt:lpstr>DEMO – ssd</vt:lpstr>
      <vt:lpstr>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Mojena Carrazana, Dagmar</cp:lastModifiedBy>
  <cp:revision>216</cp:revision>
  <dcterms:created xsi:type="dcterms:W3CDTF">2025-04-09T22:22:16Z</dcterms:created>
  <dcterms:modified xsi:type="dcterms:W3CDTF">2025-04-14T01:46:36Z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0x0101002E36F2331A848346BCC7A559F50DF7AC</vt:lpwstr>
  </property>
  <property fmtid="{D5CDD505-2E9C-101B-9397-08002B2CF9AE}" pid="3" name="MediaServiceImageTags">
    <vt:lpwstr/>
  </property>
</Properties>
</file>